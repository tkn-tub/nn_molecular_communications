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904" r:id="rId16"/>
    <p:sldId id="1905" r:id="rId17"/>
    <p:sldId id="1906" r:id="rId18"/>
    <p:sldId id="1907" r:id="rId19"/>
    <p:sldId id="1890" r:id="rId20"/>
    <p:sldId id="1876" r:id="rId21"/>
    <p:sldId id="1889" r:id="rId2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3900" y="-1276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" Type="http://schemas.openxmlformats.org/officeDocument/2006/relationships/image" Target="../media/image168.png"/><Relationship Id="rId16" Type="http://schemas.openxmlformats.org/officeDocument/2006/relationships/image" Target="../media/image1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86.png"/><Relationship Id="rId7" Type="http://schemas.openxmlformats.org/officeDocument/2006/relationships/image" Target="../media/image190.png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image" Target="../media/image185.png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9.png"/><Relationship Id="rId11" Type="http://schemas.openxmlformats.org/officeDocument/2006/relationships/image" Target="../media/image194.png"/><Relationship Id="rId5" Type="http://schemas.openxmlformats.org/officeDocument/2006/relationships/image" Target="../media/image188.png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87.png"/><Relationship Id="rId9" Type="http://schemas.openxmlformats.org/officeDocument/2006/relationships/image" Target="../media/image192.png"/><Relationship Id="rId14" Type="http://schemas.openxmlformats.org/officeDocument/2006/relationships/image" Target="../media/image19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16.png"/><Relationship Id="rId18" Type="http://schemas.openxmlformats.org/officeDocument/2006/relationships/image" Target="../media/image221.png"/><Relationship Id="rId3" Type="http://schemas.openxmlformats.org/officeDocument/2006/relationships/image" Target="../media/image205.png"/><Relationship Id="rId21" Type="http://schemas.openxmlformats.org/officeDocument/2006/relationships/image" Target="../media/image22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5" Type="http://schemas.openxmlformats.org/officeDocument/2006/relationships/image" Target="../media/image228.png"/><Relationship Id="rId2" Type="http://schemas.openxmlformats.org/officeDocument/2006/relationships/image" Target="../media/image204.png"/><Relationship Id="rId16" Type="http://schemas.openxmlformats.org/officeDocument/2006/relationships/image" Target="../media/image219.png"/><Relationship Id="rId20" Type="http://schemas.openxmlformats.org/officeDocument/2006/relationships/image" Target="../media/image22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24" Type="http://schemas.openxmlformats.org/officeDocument/2006/relationships/image" Target="../media/image227.png"/><Relationship Id="rId5" Type="http://schemas.openxmlformats.org/officeDocument/2006/relationships/image" Target="../media/image207.png"/><Relationship Id="rId15" Type="http://schemas.openxmlformats.org/officeDocument/2006/relationships/image" Target="../media/image218.png"/><Relationship Id="rId23" Type="http://schemas.openxmlformats.org/officeDocument/2006/relationships/image" Target="../media/image226.png"/><Relationship Id="rId10" Type="http://schemas.openxmlformats.org/officeDocument/2006/relationships/image" Target="../media/image213.png"/><Relationship Id="rId19" Type="http://schemas.openxmlformats.org/officeDocument/2006/relationships/image" Target="../media/image222.png"/><Relationship Id="rId4" Type="http://schemas.openxmlformats.org/officeDocument/2006/relationships/image" Target="../media/image206.png"/><Relationship Id="rId9" Type="http://schemas.openxmlformats.org/officeDocument/2006/relationships/image" Target="../media/image212.png"/><Relationship Id="rId14" Type="http://schemas.openxmlformats.org/officeDocument/2006/relationships/image" Target="../media/image217.png"/><Relationship Id="rId22" Type="http://schemas.openxmlformats.org/officeDocument/2006/relationships/image" Target="../media/image22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241.png"/><Relationship Id="rId18" Type="http://schemas.openxmlformats.org/officeDocument/2006/relationships/image" Target="../media/image246.png"/><Relationship Id="rId26" Type="http://schemas.openxmlformats.org/officeDocument/2006/relationships/image" Target="../media/image254.png"/><Relationship Id="rId3" Type="http://schemas.openxmlformats.org/officeDocument/2006/relationships/image" Target="../media/image230.png"/><Relationship Id="rId21" Type="http://schemas.openxmlformats.org/officeDocument/2006/relationships/image" Target="../media/image249.png"/><Relationship Id="rId7" Type="http://schemas.openxmlformats.org/officeDocument/2006/relationships/image" Target="../media/image235.png"/><Relationship Id="rId12" Type="http://schemas.openxmlformats.org/officeDocument/2006/relationships/image" Target="../media/image240.png"/><Relationship Id="rId17" Type="http://schemas.openxmlformats.org/officeDocument/2006/relationships/image" Target="../media/image245.png"/><Relationship Id="rId25" Type="http://schemas.openxmlformats.org/officeDocument/2006/relationships/image" Target="../media/image253.png"/><Relationship Id="rId2" Type="http://schemas.openxmlformats.org/officeDocument/2006/relationships/image" Target="../media/image229.png"/><Relationship Id="rId16" Type="http://schemas.openxmlformats.org/officeDocument/2006/relationships/image" Target="../media/image244.png"/><Relationship Id="rId20" Type="http://schemas.openxmlformats.org/officeDocument/2006/relationships/image" Target="../media/image248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4.png"/><Relationship Id="rId11" Type="http://schemas.openxmlformats.org/officeDocument/2006/relationships/image" Target="../media/image239.png"/><Relationship Id="rId24" Type="http://schemas.openxmlformats.org/officeDocument/2006/relationships/image" Target="../media/image252.png"/><Relationship Id="rId5" Type="http://schemas.openxmlformats.org/officeDocument/2006/relationships/image" Target="../media/image233.png"/><Relationship Id="rId15" Type="http://schemas.openxmlformats.org/officeDocument/2006/relationships/image" Target="../media/image243.png"/><Relationship Id="rId23" Type="http://schemas.openxmlformats.org/officeDocument/2006/relationships/image" Target="../media/image251.png"/><Relationship Id="rId28" Type="http://schemas.openxmlformats.org/officeDocument/2006/relationships/image" Target="../media/image256.png"/><Relationship Id="rId10" Type="http://schemas.openxmlformats.org/officeDocument/2006/relationships/image" Target="../media/image238.png"/><Relationship Id="rId19" Type="http://schemas.openxmlformats.org/officeDocument/2006/relationships/image" Target="../media/image247.png"/><Relationship Id="rId4" Type="http://schemas.openxmlformats.org/officeDocument/2006/relationships/image" Target="../media/image232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Relationship Id="rId22" Type="http://schemas.openxmlformats.org/officeDocument/2006/relationships/image" Target="../media/image250.png"/><Relationship Id="rId27" Type="http://schemas.openxmlformats.org/officeDocument/2006/relationships/image" Target="../media/image255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0.png"/><Relationship Id="rId5" Type="http://schemas.openxmlformats.org/officeDocument/2006/relationships/image" Target="../media/image310.png"/><Relationship Id="rId15" Type="http://schemas.openxmlformats.org/officeDocument/2006/relationships/image" Target="../media/image1300.png"/><Relationship Id="rId23" Type="http://schemas.openxmlformats.org/officeDocument/2006/relationships/image" Target="../media/image2100.png"/><Relationship Id="rId10" Type="http://schemas.openxmlformats.org/officeDocument/2006/relationships/image" Target="../media/image880.png"/><Relationship Id="rId19" Type="http://schemas.openxmlformats.org/officeDocument/2006/relationships/image" Target="../media/image1700.png"/><Relationship Id="rId4" Type="http://schemas.openxmlformats.org/officeDocument/2006/relationships/image" Target="../media/image258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9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67A9-C193-3026-2727-7CAD9AF8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46283A3E-FF0A-936F-C1FB-57FB71C6B32B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D0985EF-6A39-4BDA-F98E-DE7EA301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4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49500E45-B7C3-9EC8-C27F-EBA53C137E33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D0CF33F-C382-F672-202D-04FE3B10E271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5B8A1EC0-3640-574B-BBA7-F0A6FB47313E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BC02E1B-9E82-C3BE-D657-62EFBA032A7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AE928E4-F624-BE21-9DA9-7230F589EEBF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C2E51EA-A605-1B73-C8CC-47C1EA7C8158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17BEA72-23D3-1EC2-2105-A939F5BF0653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18D014B-22E8-18E1-DFCC-8D534C5EE866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750726D-0073-951A-AE67-453E0F21E81E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F3A91C0-03D6-AA97-B3BA-5A5088579DE7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0EBD9A2-B30C-226D-80D5-FA1C805CEF25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420AEAF-DDE6-1FEF-2D14-AC2F3D8DE1F3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21D2179-93CC-7118-8AAF-679AD9169E8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63AAF23-5397-F214-7092-67B7F4A815D6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B1F1989-5DC4-FAB7-3A96-7C4188CC1D45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004D3ED-B1A0-85AA-A375-A98C881FF099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F10747E-2D0B-6783-0A16-7D94D3C4206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26CF23B6-4B23-50D7-2722-640C0FE5813F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5E26701-7912-3340-F404-51226E2FBE0B}"/>
              </a:ext>
            </a:extLst>
          </p:cNvPr>
          <p:cNvCxnSpPr>
            <a:cxnSpLocks/>
          </p:cNvCxnSpPr>
          <p:nvPr/>
        </p:nvCxnSpPr>
        <p:spPr>
          <a:xfrm>
            <a:off x="8035012" y="3639725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49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67342-F981-F853-F566-8A813B8E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026B5BE-864D-9A11-FDB5-CFB227114334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7CA29D82-5E10-ABC0-0CA2-C5E758FE0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5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DF590A0-28A6-FBCE-DA7A-5B846DFE56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4A15F5E-ACCB-47D3-E0D1-3949354CE2E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62554BA-EF95-E461-7B32-3ECC9283278D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179A821-3A63-D881-CFD2-B9BEA81529F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1EED0EA-E2BB-7CBE-AAC6-EC7D6F384795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C0891EA-0487-C63B-7995-A9F9D2019EFB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293FF4C-D360-6421-C0F6-3DE7EE081A21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7F09D35-F2D9-E40B-88AC-03B6FB34C8D7}"/>
              </a:ext>
            </a:extLst>
          </p:cNvPr>
          <p:cNvCxnSpPr>
            <a:cxnSpLocks/>
          </p:cNvCxnSpPr>
          <p:nvPr/>
        </p:nvCxnSpPr>
        <p:spPr>
          <a:xfrm flipH="1" flipV="1">
            <a:off x="2670870" y="3595500"/>
            <a:ext cx="5876782" cy="149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2B4715-F2FB-E6D5-EB51-C3362D441D34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BC78D90-520B-DE6A-A638-ADDD0F05E85B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8F08D7-A5D2-5105-4ED9-AA0E90BE0EE4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1A6DCB3-F7C5-70E4-E866-839792FB59F8}"/>
              </a:ext>
            </a:extLst>
          </p:cNvPr>
          <p:cNvCxnSpPr>
            <a:cxnSpLocks/>
          </p:cNvCxnSpPr>
          <p:nvPr/>
        </p:nvCxnSpPr>
        <p:spPr>
          <a:xfrm flipV="1">
            <a:off x="2639738" y="1283764"/>
            <a:ext cx="2793396" cy="22935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FDCF37-FBD8-20BF-FE5E-121302E39249}"/>
              </a:ext>
            </a:extLst>
          </p:cNvPr>
          <p:cNvCxnSpPr>
            <a:cxnSpLocks/>
          </p:cNvCxnSpPr>
          <p:nvPr/>
        </p:nvCxnSpPr>
        <p:spPr>
          <a:xfrm flipH="1" flipV="1">
            <a:off x="5609389" y="1386282"/>
            <a:ext cx="2590348" cy="22316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/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/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C3BB1E9-B995-85C4-F48D-03B4AA42235B}"/>
              </a:ext>
            </a:extLst>
          </p:cNvPr>
          <p:cNvCxnSpPr>
            <a:cxnSpLocks/>
          </p:cNvCxnSpPr>
          <p:nvPr/>
        </p:nvCxnSpPr>
        <p:spPr>
          <a:xfrm flipV="1">
            <a:off x="5551140" y="3911301"/>
            <a:ext cx="2648597" cy="13561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5D9C2E3-CC5B-8483-42F3-3374DB240D9C}"/>
              </a:ext>
            </a:extLst>
          </p:cNvPr>
          <p:cNvCxnSpPr>
            <a:cxnSpLocks/>
          </p:cNvCxnSpPr>
          <p:nvPr/>
        </p:nvCxnSpPr>
        <p:spPr>
          <a:xfrm flipH="1" flipV="1">
            <a:off x="2629778" y="4038429"/>
            <a:ext cx="2744914" cy="138409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/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/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/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CF110723-0DD4-500D-044C-48445F777783}"/>
              </a:ext>
            </a:extLst>
          </p:cNvPr>
          <p:cNvCxnSpPr>
            <a:cxnSpLocks/>
          </p:cNvCxnSpPr>
          <p:nvPr/>
        </p:nvCxnSpPr>
        <p:spPr>
          <a:xfrm flipH="1">
            <a:off x="2207821" y="3584072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992741B-8B1D-21DB-D67F-D7E8AABD5357}"/>
              </a:ext>
            </a:extLst>
          </p:cNvPr>
          <p:cNvCxnSpPr>
            <a:cxnSpLocks/>
          </p:cNvCxnSpPr>
          <p:nvPr/>
        </p:nvCxnSpPr>
        <p:spPr>
          <a:xfrm flipH="1" flipV="1">
            <a:off x="2227574" y="3912724"/>
            <a:ext cx="367624" cy="10209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F559A6E-B439-AC49-4E8E-C94F26EF9A0C}"/>
              </a:ext>
            </a:extLst>
          </p:cNvPr>
          <p:cNvCxnSpPr>
            <a:cxnSpLocks/>
          </p:cNvCxnSpPr>
          <p:nvPr/>
        </p:nvCxnSpPr>
        <p:spPr>
          <a:xfrm>
            <a:off x="2215682" y="3744219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79C7817-C966-3CA6-88A9-BB940B841E35}"/>
              </a:ext>
            </a:extLst>
          </p:cNvPr>
          <p:cNvCxnSpPr>
            <a:cxnSpLocks/>
          </p:cNvCxnSpPr>
          <p:nvPr/>
        </p:nvCxnSpPr>
        <p:spPr>
          <a:xfrm>
            <a:off x="8199737" y="3609589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/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/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18C1E4A-C269-CEE6-4C98-1F588D492388}"/>
              </a:ext>
            </a:extLst>
          </p:cNvPr>
          <p:cNvCxnSpPr>
            <a:cxnSpLocks/>
          </p:cNvCxnSpPr>
          <p:nvPr/>
        </p:nvCxnSpPr>
        <p:spPr>
          <a:xfrm flipV="1">
            <a:off x="2960673" y="3062009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5E43C2F-2595-D597-F9FD-1DE343103D25}"/>
              </a:ext>
            </a:extLst>
          </p:cNvPr>
          <p:cNvCxnSpPr/>
          <p:nvPr/>
        </p:nvCxnSpPr>
        <p:spPr>
          <a:xfrm flipH="1" flipV="1">
            <a:off x="2423779" y="3429000"/>
            <a:ext cx="171419" cy="148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D02C540-10C3-A967-91CE-34DFA6C8F8E9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2277198" y="4038429"/>
            <a:ext cx="266439" cy="253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E2E7D4A-DC42-94CD-42F4-7FFE5C1EE55E}"/>
              </a:ext>
            </a:extLst>
          </p:cNvPr>
          <p:cNvCxnSpPr>
            <a:cxnSpLocks/>
          </p:cNvCxnSpPr>
          <p:nvPr/>
        </p:nvCxnSpPr>
        <p:spPr>
          <a:xfrm flipV="1">
            <a:off x="7988763" y="3063225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/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0770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EB69A-2ACA-56A9-E2EB-3CB273C3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94F8006-FF0B-62A5-FA45-59C6D6D229F8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C3192CB-7BFD-3E3F-D9F8-FBF68BE16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2A3DB0A-7F8D-5CF9-1284-20CAD510D268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C88EA5F-AB9D-0881-D2DC-687910CFC39F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B8FB771-E373-4891-F3D1-0958F36143B1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1139CB0B-F2A6-0EA4-A2D9-3DFB5F6DEB2E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46C425-7F18-ACB0-197C-395F47E8206F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6F88E76-EA1E-A0DF-AF37-CE8B4B05BE2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13E7836-F9AA-27A0-6259-261A5383F503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3455397-3D1B-A646-7367-38DBC3E2CFA5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/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4D51117-BF08-E01E-4689-8A62842CB1A4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EDE56AE-2219-6B45-15E0-7A89636CD645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EA17516-1C1A-96B5-9754-8E6FBD6D577E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338864DA-43CC-5FD5-5367-B097B1B0F785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DB110F-FC87-3C45-8DD3-A9AC2B9B8FF8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B0B59B7F-B015-3A64-65A5-DBC418C740F0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05048414-00E3-0102-1B43-2483704185D3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168A7C1-4F82-F004-D9CA-52625CC5F35B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2E3575C-F25E-AA51-F512-21D05479C13B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8F72DF8A-0B62-F89B-994C-0181F07DD1A8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7168AA4-25B7-5C07-8E96-7654EBA656CE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0A0A35-02EF-6A67-9E2D-8AC48DEE646A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33E9D07-DC20-3A5F-3EC5-B42ACFDCB9FE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6B4807FF-BF9E-E96E-1B21-8CB3C1D2763F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5B1B7E9-8600-4FB1-5B68-29B97381137E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82D9F1-9347-FF7E-80A1-093C20660BE3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682736-A26D-AD81-72B0-2D26EDAFA2A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EB4191D-3776-6B41-4CCB-CC84359B47B7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2A921D9-614B-DE3B-C3B2-5D5367D762DE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1504384-0CD7-4E0B-6504-30282E575187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D41C892-339D-9840-B530-ED2BD94F73CF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50E0137-3D32-5722-0E6A-0134CEADF857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EF219A7-9B42-B2EA-916C-48215A0AE022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F4012C29-9A02-FB5C-0B1E-664B37BFEA58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48836192-F5F3-EB61-DA11-AC299D10FB7A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DD68EAF-1202-14AD-EAE1-9CC40A438C72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56D4252A-6986-CF84-BF38-B6370CB633DD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5BC03E9-84AB-5F0B-9EE4-C165FB9FA24E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738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11A4F-D8CF-582B-09C7-B048790CF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5CD96059-85B5-7643-224C-F90281B4E2A5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B7579E8-C400-C834-13F0-8868DF468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C458DB7-8F4A-E6DE-81C5-E379A0A79F96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24BC2C5-D58A-883F-A497-524C6A257619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9059AFF-73F5-033E-EA34-BB30578A8D7A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2B143D-1E6A-D92B-1B5B-6ED423D29E47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CFC90BF-6203-D634-F8F5-B41BF98DC829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AE4C7D98-CE20-C8EB-334A-F71F2B494FE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6BB3966-7E30-7AE9-AD67-3F6EE337693C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DBAE805-597B-BB2C-AD1A-CB70EAC05D0A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/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6A265F0D-2582-20E9-4B73-71E469D10F81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49C58E3-01D5-6043-F762-353821592603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B04103C-3547-271D-60F6-86CAAB903FE0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EFABC582-C2AC-3599-E4AF-0CA8EA42A173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E93553D7-2082-1DC2-270D-C0D92E9F137B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01D1309-2C17-DE72-24C6-61E8B8F4071A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55A760F-3A98-1F36-0704-565E53730657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1B6BA74-7668-3F02-8C98-ABEA5040512D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12355537-7BEF-4817-9B83-205CC2AB6318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D8936F9-5E13-46B2-EEBF-34ACC2B959D2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8648762-E3DA-01E4-CAF8-5CD34C72F95B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CBF71CA-33DD-DD86-B43D-1B4A5CAF8B99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B61CC15-25CB-0CB7-B14F-8E3EC3A56381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CA433E8F-8937-0610-D5E6-5F62F7E3C578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06C2A10D-4FE8-AE9E-FBCF-14C13DB4A287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3E35DDD-C8DD-BCC2-B34E-63E02FB08389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78650571-A8D4-6EC6-AC7C-3CAE3581C20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0086AD5-3D22-9C94-FB53-5730BF16C1F4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00656B8B-F1C2-E20C-8DA8-47F8548C712B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2606219-E438-FF4E-9C01-F45D4B16DDF6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267F3736-47EC-C48A-9EDD-69483F793714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3BE74CA-34B5-4033-170E-12C77E74A183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25BE5C88-97CD-C4B5-98F9-A56E67608600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9F808759-AB64-5EE3-81B7-52064D8FFD52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CF9CA96C-C8EE-1EF2-E9FB-9159DED255C3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FC48FDF-90B9-779B-CF48-24ED9F1E805F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7F4CD632-2816-2277-804A-2326EA04D6F4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5246D65B-B9FB-973F-192D-CA49691FDD13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0ACC633-CFD1-CC93-CBC6-281353056DC2}"/>
              </a:ext>
            </a:extLst>
          </p:cNvPr>
          <p:cNvSpPr/>
          <p:nvPr/>
        </p:nvSpPr>
        <p:spPr>
          <a:xfrm>
            <a:off x="4807757" y="3158438"/>
            <a:ext cx="3112722" cy="46546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/>
              <p:nvPr/>
            </p:nvSpPr>
            <p:spPr>
              <a:xfrm>
                <a:off x="4617096" y="271761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7096" y="2717619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/>
              <p:nvPr/>
            </p:nvSpPr>
            <p:spPr>
              <a:xfrm>
                <a:off x="4739149" y="323804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9149" y="3238044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/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/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2718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20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500</Words>
  <Application>Microsoft Office PowerPoint</Application>
  <PresentationFormat>Widescreen</PresentationFormat>
  <Paragraphs>392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Office Theme</vt:lpstr>
      <vt:lpstr>Design 1.2</vt:lpstr>
      <vt:lpstr>PowerPoint Presentation</vt:lpstr>
      <vt:lpstr>Design 1.2</vt:lpstr>
      <vt:lpstr>PowerPoint Presentation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4</vt:lpstr>
      <vt:lpstr>Design 5</vt:lpstr>
      <vt:lpstr>Design 6</vt:lpstr>
      <vt:lpstr>Design 6</vt:lpstr>
      <vt:lpstr>Design X</vt:lpstr>
      <vt:lpstr>Design 1.0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30</cp:revision>
  <dcterms:created xsi:type="dcterms:W3CDTF">2025-09-05T19:33:33Z</dcterms:created>
  <dcterms:modified xsi:type="dcterms:W3CDTF">2026-02-21T21:25:08Z</dcterms:modified>
</cp:coreProperties>
</file>