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1888" r:id="rId2"/>
    <p:sldId id="1891" r:id="rId3"/>
    <p:sldId id="1887" r:id="rId4"/>
    <p:sldId id="1893" r:id="rId5"/>
    <p:sldId id="1892" r:id="rId6"/>
    <p:sldId id="1902" r:id="rId7"/>
    <p:sldId id="1903" r:id="rId8"/>
    <p:sldId id="1897" r:id="rId9"/>
    <p:sldId id="1896" r:id="rId10"/>
    <p:sldId id="1898" r:id="rId11"/>
    <p:sldId id="1899" r:id="rId12"/>
    <p:sldId id="1895" r:id="rId13"/>
    <p:sldId id="1900" r:id="rId14"/>
    <p:sldId id="1901" r:id="rId15"/>
    <p:sldId id="1890" r:id="rId16"/>
    <p:sldId id="1876" r:id="rId17"/>
    <p:sldId id="1889" r:id="rId18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 showGuides="1">
      <p:cViewPr>
        <p:scale>
          <a:sx n="400" d="100"/>
          <a:sy n="400" d="100"/>
        </p:scale>
        <p:origin x="180" y="-7062"/>
      </p:cViewPr>
      <p:guideLst>
        <p:guide orient="horz" pos="180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7CBFC6-A9BB-4E5E-87F9-DC306CACD92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E655C4-D89A-420F-B573-F026D724E6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202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5B949-5F42-C492-A23D-A3996E3FA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E3701B-2275-1B0F-8A15-AFE07B9AAA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417E79-BF2A-6DF6-964F-3EC4A9FE74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A83872-144B-5D00-B513-0B091C44E6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5572D0-3795-4C3C-849E-BDA62F558749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481421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C48799-BD40-2DFB-CB44-B2E2CA7619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783062-EF13-75B4-D4EB-D74C41256E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81F85B-61DE-C809-E14B-F6D36F54A5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C3E247-3577-E15C-E051-DDF7DAF341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5572D0-3795-4C3C-849E-BDA62F558749}" type="slidenum">
              <a:rPr lang="LID4096" smtClean="0"/>
              <a:t>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773528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040F9-FD6D-7AFA-806D-3D80868ED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9EE1C0-284E-3D53-CC90-3FEEA327D6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2C9A42-EADB-8345-5A8E-E763548FFA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9CCD0C-3B00-A559-0A71-4843EF9974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5572D0-3795-4C3C-849E-BDA62F558749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670046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EBD93-7FF0-9B7E-9328-76DD9877D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18C9BA-0AAB-9135-D5B1-818843E41A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AFAFA5-EAC1-5E15-1522-05A777070F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03F285-D271-A1E6-2A57-65AE2BFB95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5572D0-3795-4C3C-849E-BDA62F558749}" type="slidenum">
              <a:rPr lang="LID4096" smtClean="0"/>
              <a:t>15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034940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913C87-E569-53FB-C253-83248B6CE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CDA7FA-B6F3-2B5C-9BEA-7AB80B2D63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5F1D8A-FEE9-396F-5E8A-F4D661EF4D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2C9076-A20F-1F0E-29CA-3D51BB26C5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5572D0-3795-4C3C-849E-BDA62F558749}" type="slidenum">
              <a:rPr lang="LID4096" smtClean="0"/>
              <a:t>16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158819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B3967-8148-B979-94F7-AC6FFCE0DB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9E8B8B-0E74-6554-5AD0-0AFFC7A331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B14D0A-22D3-F6C6-5E25-4F417354F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40E5E5-0A11-92DE-4830-E1E37BC6AA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46CE44-D2FF-26F2-2B93-69F0B5F1F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84082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958A9-8B89-E1AC-7965-D9E390FCC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871B5C-55B9-8437-9AB5-6FBA1B16F8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E21159-1AC3-3FF4-AFEA-6A643B602F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904D0E-65D0-31A7-87DE-2FC6F23F4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7EC808-6565-8C27-F85C-132785508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11549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E3B97-ECAC-D699-E1F5-1E73722484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7C2B88-B4CE-57C6-9BC1-02BFFAEDBB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B396B8-7E2E-DF6E-B444-A2E58E725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3F995C-DE58-DB15-D12E-8E12F1B7D5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EFC921-AEA6-7B09-B464-DF9CED940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1257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9BD77-23B8-261B-A5C3-25BDBA7476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EE50E-247B-6D42-4F4F-9F42A73377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816589-B3EA-C20E-64A5-9079C717BE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E56A03-FFCD-49BF-565A-9273FB1F9A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772787-F49C-56C6-F515-3694A42A00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166EB6-5A0A-A849-A21A-26D23DA74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10286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0A60EC-8718-ED37-C0FA-C21B81C33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437696-E383-498C-4F46-D3A3F25354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A8595F-0E8B-4166-19CF-030FE817B0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CD7A2E-41AB-901F-68DD-B4CF43CE22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1856C81-AAAF-E059-DA75-8074EA7D51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21C44A-BC6A-ECF9-E2A8-5867088DEF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61ABB1B-E25C-29F0-1F7B-9D9DA37F99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7F633B-3223-3EA8-031B-4270BCC56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282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9261E-AF2B-703C-A02E-2786A0554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641880-9107-2F01-5395-EAD538C89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5CEBB49-9A91-F780-CF94-F33BD8D7E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E8385C-1CF6-E80E-3416-C571E603A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7117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6B9B8E1-3B94-3BDC-FCFA-317621012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99C8F6-79BD-5694-93F8-2B5AD123E8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A7D3E8-0DE2-820C-9C98-5DE054A0A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8894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8B2316-5070-C8FA-B007-583F983D3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FB999E-BAFD-1B2C-1B5C-D61ADD1DAC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966951-11A6-E5AA-9CEC-D617DC403D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702095-E8FF-7CF7-2914-B49D3FBA83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604D3C-1AF6-281B-74B4-E4F9530E9F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88F190-6016-C3ED-D82A-7F76EFF70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5676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778FF-838A-73E8-3FB0-F9AB2393A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F0C0C2-B944-9E72-59B0-C8A8F8EF37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79E50F-7823-343D-58E2-0436D6435F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9CE8F6-C1B5-81E2-589D-B4C4855ED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EF23C9-3C87-A77E-8344-2FCE341CDB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C4DEA9-ECE2-BE8B-CE42-BA4935415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525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79582-0B92-4EA8-21DD-BBC758C17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D068CD-1348-0898-F52F-83D47FD3F8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A7BD96-5329-9DBD-50B0-07D2E8CD6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3663C8-0CEB-6027-4C4B-337AD590A4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76BB70-F05E-4AC0-31AF-DD997C240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7811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291F3A2-A555-B3C4-9D18-74A020628D2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9582B0E-608B-6B6C-5D91-694A23CAA1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AC7503-DBA2-477F-1B3A-07524ACE94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B79267-7F7D-52B1-D55D-4C7A32F42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24B021-8A89-8D93-155D-DD2A00241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51668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5"/>
          <p:cNvSpPr>
            <a:spLocks noGrp="1"/>
          </p:cNvSpPr>
          <p:nvPr>
            <p:ph type="body" sz="quarter" idx="12"/>
          </p:nvPr>
        </p:nvSpPr>
        <p:spPr>
          <a:xfrm>
            <a:off x="529029" y="1268413"/>
            <a:ext cx="9721851" cy="467494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0">
                <a:solidFill>
                  <a:srgbClr val="C50D2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29029" y="6036150"/>
            <a:ext cx="9721851" cy="230400"/>
          </a:xfrm>
        </p:spPr>
        <p:txBody>
          <a:bodyPr anchor="b"/>
          <a:lstStyle>
            <a:lvl1pPr marL="0" indent="0">
              <a:buNone/>
              <a:tabLst>
                <a:tab pos="265113" algn="l"/>
              </a:tabLst>
              <a:defRPr sz="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ußzeilenplatzhalter 1028">
            <a:extLst>
              <a:ext uri="{FF2B5EF4-FFF2-40B4-BE49-F238E27FC236}">
                <a16:creationId xmlns:a16="http://schemas.microsoft.com/office/drawing/2014/main" id="{CB92E6DA-9C1F-7191-58D8-E153A87492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3840" y="6373842"/>
            <a:ext cx="6168585" cy="23040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r>
              <a:rPr lang="en-US"/>
              <a:t>Telecommunication Networks </a:t>
            </a:r>
            <a:endParaRPr lang="de-DE" dirty="0"/>
          </a:p>
        </p:txBody>
      </p:sp>
      <p:sp>
        <p:nvSpPr>
          <p:cNvPr id="7" name="Foliennummernplatzhalter 2">
            <a:extLst>
              <a:ext uri="{FF2B5EF4-FFF2-40B4-BE49-F238E27FC236}">
                <a16:creationId xmlns:a16="http://schemas.microsoft.com/office/drawing/2014/main" id="{4D173078-C179-33EB-BFB6-3550712DE1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29029" y="6373842"/>
            <a:ext cx="443436" cy="2304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fld id="{815DB69B-0A2B-4D0B-A3BD-360AAA24381D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08071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4BB47F-176C-5905-30F7-88CF88F490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EBC073-D0C4-6450-1DBE-10FA07F7AC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B4B69E-F82F-CCAE-348D-8760538AE1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FB2E82-6871-4A63-8FC6-B35E58246C01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4C6871-E98E-AC67-132A-5F9D882AA6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C02316-1E71-2A7A-B3CE-9AFED5FE67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3FF91C-8EC0-4996-86BA-D5FED39CE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068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1.png"/><Relationship Id="rId2" Type="http://schemas.openxmlformats.org/officeDocument/2006/relationships/image" Target="../media/image167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png"/><Relationship Id="rId18" Type="http://schemas.openxmlformats.org/officeDocument/2006/relationships/image" Target="../media/image39.png"/><Relationship Id="rId26" Type="http://schemas.openxmlformats.org/officeDocument/2006/relationships/image" Target="../media/image47.png"/><Relationship Id="rId3" Type="http://schemas.openxmlformats.org/officeDocument/2006/relationships/image" Target="../media/image24.png"/><Relationship Id="rId21" Type="http://schemas.openxmlformats.org/officeDocument/2006/relationships/image" Target="../media/image42.pn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17" Type="http://schemas.openxmlformats.org/officeDocument/2006/relationships/image" Target="../media/image38.png"/><Relationship Id="rId25" Type="http://schemas.openxmlformats.org/officeDocument/2006/relationships/image" Target="../media/image46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37.png"/><Relationship Id="rId20" Type="http://schemas.openxmlformats.org/officeDocument/2006/relationships/image" Target="../media/image41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24" Type="http://schemas.openxmlformats.org/officeDocument/2006/relationships/image" Target="../media/image45.png"/><Relationship Id="rId5" Type="http://schemas.openxmlformats.org/officeDocument/2006/relationships/image" Target="../media/image26.png"/><Relationship Id="rId15" Type="http://schemas.openxmlformats.org/officeDocument/2006/relationships/image" Target="../media/image36.png"/><Relationship Id="rId23" Type="http://schemas.openxmlformats.org/officeDocument/2006/relationships/image" Target="../media/image44.png"/><Relationship Id="rId28" Type="http://schemas.openxmlformats.org/officeDocument/2006/relationships/image" Target="../media/image49.png"/><Relationship Id="rId10" Type="http://schemas.openxmlformats.org/officeDocument/2006/relationships/image" Target="../media/image31.png"/><Relationship Id="rId19" Type="http://schemas.openxmlformats.org/officeDocument/2006/relationships/image" Target="../media/image40.png"/><Relationship Id="rId4" Type="http://schemas.openxmlformats.org/officeDocument/2006/relationships/image" Target="../media/image25.png"/><Relationship Id="rId9" Type="http://schemas.openxmlformats.org/officeDocument/2006/relationships/image" Target="../media/image5.png"/><Relationship Id="rId14" Type="http://schemas.openxmlformats.org/officeDocument/2006/relationships/image" Target="../media/image35.png"/><Relationship Id="rId22" Type="http://schemas.openxmlformats.org/officeDocument/2006/relationships/image" Target="../media/image43.png"/><Relationship Id="rId27" Type="http://schemas.openxmlformats.org/officeDocument/2006/relationships/image" Target="../media/image4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17" Type="http://schemas.openxmlformats.org/officeDocument/2006/relationships/image" Target="../media/image21.png"/><Relationship Id="rId2" Type="http://schemas.openxmlformats.org/officeDocument/2006/relationships/image" Target="../media/image6.png"/><Relationship Id="rId16" Type="http://schemas.openxmlformats.org/officeDocument/2006/relationships/image" Target="../media/image2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5" Type="http://schemas.openxmlformats.org/officeDocument/2006/relationships/image" Target="../media/image1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Relationship Id="rId14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13" Type="http://schemas.openxmlformats.org/officeDocument/2006/relationships/image" Target="../media/image54.png"/><Relationship Id="rId18" Type="http://schemas.openxmlformats.org/officeDocument/2006/relationships/image" Target="../media/image59.png"/><Relationship Id="rId26" Type="http://schemas.openxmlformats.org/officeDocument/2006/relationships/image" Target="../media/image67.png"/><Relationship Id="rId3" Type="http://schemas.openxmlformats.org/officeDocument/2006/relationships/image" Target="../media/image22.png"/><Relationship Id="rId21" Type="http://schemas.openxmlformats.org/officeDocument/2006/relationships/image" Target="../media/image62.png"/><Relationship Id="rId7" Type="http://schemas.openxmlformats.org/officeDocument/2006/relationships/image" Target="../media/image231.png"/><Relationship Id="rId12" Type="http://schemas.openxmlformats.org/officeDocument/2006/relationships/image" Target="../media/image531.png"/><Relationship Id="rId17" Type="http://schemas.openxmlformats.org/officeDocument/2006/relationships/image" Target="../media/image58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57.png"/><Relationship Id="rId20" Type="http://schemas.openxmlformats.org/officeDocument/2006/relationships/image" Target="../media/image61.png"/><Relationship Id="rId29" Type="http://schemas.openxmlformats.org/officeDocument/2006/relationships/image" Target="../media/image68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0.png"/><Relationship Id="rId11" Type="http://schemas.openxmlformats.org/officeDocument/2006/relationships/image" Target="../media/image53.png"/><Relationship Id="rId5" Type="http://schemas.openxmlformats.org/officeDocument/2006/relationships/image" Target="../media/image30.png"/><Relationship Id="rId15" Type="http://schemas.openxmlformats.org/officeDocument/2006/relationships/image" Target="../media/image56.png"/><Relationship Id="rId23" Type="http://schemas.openxmlformats.org/officeDocument/2006/relationships/image" Target="../media/image64.png"/><Relationship Id="rId28" Type="http://schemas.openxmlformats.org/officeDocument/2006/relationships/image" Target="../media/image66.png"/><Relationship Id="rId10" Type="http://schemas.openxmlformats.org/officeDocument/2006/relationships/image" Target="../media/image511.png"/><Relationship Id="rId19" Type="http://schemas.openxmlformats.org/officeDocument/2006/relationships/image" Target="../media/image60.png"/><Relationship Id="rId31" Type="http://schemas.openxmlformats.org/officeDocument/2006/relationships/image" Target="../media/image70.png"/><Relationship Id="rId4" Type="http://schemas.openxmlformats.org/officeDocument/2006/relationships/image" Target="../media/image23.png"/><Relationship Id="rId9" Type="http://schemas.openxmlformats.org/officeDocument/2006/relationships/image" Target="../media/image52.png"/><Relationship Id="rId14" Type="http://schemas.openxmlformats.org/officeDocument/2006/relationships/image" Target="../media/image55.png"/><Relationship Id="rId22" Type="http://schemas.openxmlformats.org/officeDocument/2006/relationships/image" Target="../media/image63.png"/><Relationship Id="rId27" Type="http://schemas.openxmlformats.org/officeDocument/2006/relationships/image" Target="../media/image65.png"/><Relationship Id="rId30" Type="http://schemas.openxmlformats.org/officeDocument/2006/relationships/image" Target="../media/image6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72.png"/><Relationship Id="rId7" Type="http://schemas.openxmlformats.org/officeDocument/2006/relationships/image" Target="../media/image76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13" Type="http://schemas.openxmlformats.org/officeDocument/2006/relationships/image" Target="../media/image89.png"/><Relationship Id="rId18" Type="http://schemas.openxmlformats.org/officeDocument/2006/relationships/image" Target="../media/image94.png"/><Relationship Id="rId3" Type="http://schemas.openxmlformats.org/officeDocument/2006/relationships/image" Target="../media/image79.png"/><Relationship Id="rId7" Type="http://schemas.openxmlformats.org/officeDocument/2006/relationships/image" Target="../media/image83.png"/><Relationship Id="rId12" Type="http://schemas.openxmlformats.org/officeDocument/2006/relationships/image" Target="../media/image88.png"/><Relationship Id="rId17" Type="http://schemas.openxmlformats.org/officeDocument/2006/relationships/image" Target="../media/image93.png"/><Relationship Id="rId2" Type="http://schemas.openxmlformats.org/officeDocument/2006/relationships/image" Target="../media/image78.png"/><Relationship Id="rId16" Type="http://schemas.openxmlformats.org/officeDocument/2006/relationships/image" Target="../media/image92.png"/><Relationship Id="rId20" Type="http://schemas.openxmlformats.org/officeDocument/2006/relationships/image" Target="../media/image9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2.png"/><Relationship Id="rId11" Type="http://schemas.openxmlformats.org/officeDocument/2006/relationships/image" Target="../media/image87.png"/><Relationship Id="rId5" Type="http://schemas.openxmlformats.org/officeDocument/2006/relationships/image" Target="../media/image81.png"/><Relationship Id="rId15" Type="http://schemas.openxmlformats.org/officeDocument/2006/relationships/image" Target="../media/image91.png"/><Relationship Id="rId10" Type="http://schemas.openxmlformats.org/officeDocument/2006/relationships/image" Target="../media/image86.png"/><Relationship Id="rId19" Type="http://schemas.openxmlformats.org/officeDocument/2006/relationships/image" Target="../media/image95.png"/><Relationship Id="rId4" Type="http://schemas.openxmlformats.org/officeDocument/2006/relationships/image" Target="../media/image80.png"/><Relationship Id="rId9" Type="http://schemas.openxmlformats.org/officeDocument/2006/relationships/image" Target="../media/image85.png"/><Relationship Id="rId14" Type="http://schemas.openxmlformats.org/officeDocument/2006/relationships/image" Target="../media/image9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7" Type="http://schemas.openxmlformats.org/officeDocument/2006/relationships/image" Target="../media/image102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1.png"/><Relationship Id="rId5" Type="http://schemas.openxmlformats.org/officeDocument/2006/relationships/image" Target="../media/image100.png"/><Relationship Id="rId4" Type="http://schemas.openxmlformats.org/officeDocument/2006/relationships/image" Target="../media/image9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13" Type="http://schemas.openxmlformats.org/officeDocument/2006/relationships/image" Target="../media/image114.png"/><Relationship Id="rId3" Type="http://schemas.openxmlformats.org/officeDocument/2006/relationships/image" Target="../media/image104.png"/><Relationship Id="rId7" Type="http://schemas.openxmlformats.org/officeDocument/2006/relationships/image" Target="../media/image108.png"/><Relationship Id="rId12" Type="http://schemas.openxmlformats.org/officeDocument/2006/relationships/image" Target="../media/image113.png"/><Relationship Id="rId2" Type="http://schemas.openxmlformats.org/officeDocument/2006/relationships/image" Target="../media/image103.png"/><Relationship Id="rId16" Type="http://schemas.openxmlformats.org/officeDocument/2006/relationships/image" Target="../media/image11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7.png"/><Relationship Id="rId11" Type="http://schemas.openxmlformats.org/officeDocument/2006/relationships/image" Target="../media/image112.png"/><Relationship Id="rId5" Type="http://schemas.openxmlformats.org/officeDocument/2006/relationships/image" Target="../media/image106.png"/><Relationship Id="rId15" Type="http://schemas.openxmlformats.org/officeDocument/2006/relationships/image" Target="../media/image116.png"/><Relationship Id="rId10" Type="http://schemas.openxmlformats.org/officeDocument/2006/relationships/image" Target="../media/image111.png"/><Relationship Id="rId4" Type="http://schemas.openxmlformats.org/officeDocument/2006/relationships/image" Target="../media/image105.png"/><Relationship Id="rId9" Type="http://schemas.openxmlformats.org/officeDocument/2006/relationships/image" Target="../media/image110.png"/><Relationship Id="rId14" Type="http://schemas.openxmlformats.org/officeDocument/2006/relationships/image" Target="../media/image11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4.png"/><Relationship Id="rId13" Type="http://schemas.openxmlformats.org/officeDocument/2006/relationships/image" Target="../media/image129.png"/><Relationship Id="rId18" Type="http://schemas.openxmlformats.org/officeDocument/2006/relationships/image" Target="../media/image134.png"/><Relationship Id="rId3" Type="http://schemas.openxmlformats.org/officeDocument/2006/relationships/image" Target="../media/image119.png"/><Relationship Id="rId7" Type="http://schemas.openxmlformats.org/officeDocument/2006/relationships/image" Target="../media/image123.png"/><Relationship Id="rId12" Type="http://schemas.openxmlformats.org/officeDocument/2006/relationships/image" Target="../media/image128.png"/><Relationship Id="rId17" Type="http://schemas.openxmlformats.org/officeDocument/2006/relationships/image" Target="../media/image133.png"/><Relationship Id="rId2" Type="http://schemas.openxmlformats.org/officeDocument/2006/relationships/image" Target="../media/image118.png"/><Relationship Id="rId16" Type="http://schemas.openxmlformats.org/officeDocument/2006/relationships/image" Target="../media/image13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2.png"/><Relationship Id="rId11" Type="http://schemas.openxmlformats.org/officeDocument/2006/relationships/image" Target="../media/image127.png"/><Relationship Id="rId5" Type="http://schemas.openxmlformats.org/officeDocument/2006/relationships/image" Target="../media/image121.png"/><Relationship Id="rId15" Type="http://schemas.openxmlformats.org/officeDocument/2006/relationships/image" Target="../media/image131.png"/><Relationship Id="rId10" Type="http://schemas.openxmlformats.org/officeDocument/2006/relationships/image" Target="../media/image126.png"/><Relationship Id="rId19" Type="http://schemas.openxmlformats.org/officeDocument/2006/relationships/image" Target="../media/image135.png"/><Relationship Id="rId4" Type="http://schemas.openxmlformats.org/officeDocument/2006/relationships/image" Target="../media/image120.png"/><Relationship Id="rId9" Type="http://schemas.openxmlformats.org/officeDocument/2006/relationships/image" Target="../media/image125.png"/><Relationship Id="rId14" Type="http://schemas.openxmlformats.org/officeDocument/2006/relationships/image" Target="../media/image13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2.png"/><Relationship Id="rId13" Type="http://schemas.openxmlformats.org/officeDocument/2006/relationships/image" Target="../media/image147.png"/><Relationship Id="rId18" Type="http://schemas.openxmlformats.org/officeDocument/2006/relationships/image" Target="../media/image152.png"/><Relationship Id="rId3" Type="http://schemas.openxmlformats.org/officeDocument/2006/relationships/image" Target="../media/image137.png"/><Relationship Id="rId21" Type="http://schemas.openxmlformats.org/officeDocument/2006/relationships/image" Target="../media/image155.png"/><Relationship Id="rId7" Type="http://schemas.openxmlformats.org/officeDocument/2006/relationships/image" Target="../media/image141.png"/><Relationship Id="rId12" Type="http://schemas.openxmlformats.org/officeDocument/2006/relationships/image" Target="../media/image146.png"/><Relationship Id="rId17" Type="http://schemas.openxmlformats.org/officeDocument/2006/relationships/image" Target="../media/image151.png"/><Relationship Id="rId2" Type="http://schemas.openxmlformats.org/officeDocument/2006/relationships/image" Target="../media/image136.png"/><Relationship Id="rId16" Type="http://schemas.openxmlformats.org/officeDocument/2006/relationships/image" Target="../media/image150.png"/><Relationship Id="rId20" Type="http://schemas.openxmlformats.org/officeDocument/2006/relationships/image" Target="../media/image154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40.png"/><Relationship Id="rId11" Type="http://schemas.openxmlformats.org/officeDocument/2006/relationships/image" Target="../media/image145.png"/><Relationship Id="rId5" Type="http://schemas.openxmlformats.org/officeDocument/2006/relationships/image" Target="../media/image139.png"/><Relationship Id="rId15" Type="http://schemas.openxmlformats.org/officeDocument/2006/relationships/image" Target="../media/image149.png"/><Relationship Id="rId10" Type="http://schemas.openxmlformats.org/officeDocument/2006/relationships/image" Target="../media/image144.png"/><Relationship Id="rId19" Type="http://schemas.openxmlformats.org/officeDocument/2006/relationships/image" Target="../media/image153.png"/><Relationship Id="rId4" Type="http://schemas.openxmlformats.org/officeDocument/2006/relationships/image" Target="../media/image138.png"/><Relationship Id="rId9" Type="http://schemas.openxmlformats.org/officeDocument/2006/relationships/image" Target="../media/image143.png"/><Relationship Id="rId14" Type="http://schemas.openxmlformats.org/officeDocument/2006/relationships/image" Target="../media/image148.png"/><Relationship Id="rId22" Type="http://schemas.openxmlformats.org/officeDocument/2006/relationships/image" Target="../media/image15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13" Type="http://schemas.openxmlformats.org/officeDocument/2006/relationships/image" Target="../media/image54.png"/><Relationship Id="rId18" Type="http://schemas.openxmlformats.org/officeDocument/2006/relationships/image" Target="../media/image59.png"/><Relationship Id="rId26" Type="http://schemas.openxmlformats.org/officeDocument/2006/relationships/image" Target="../media/image67.png"/><Relationship Id="rId3" Type="http://schemas.openxmlformats.org/officeDocument/2006/relationships/image" Target="../media/image22.png"/><Relationship Id="rId21" Type="http://schemas.openxmlformats.org/officeDocument/2006/relationships/image" Target="../media/image62.png"/><Relationship Id="rId7" Type="http://schemas.openxmlformats.org/officeDocument/2006/relationships/image" Target="../media/image231.png"/><Relationship Id="rId12" Type="http://schemas.openxmlformats.org/officeDocument/2006/relationships/image" Target="../media/image531.png"/><Relationship Id="rId17" Type="http://schemas.openxmlformats.org/officeDocument/2006/relationships/image" Target="../media/image58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57.png"/><Relationship Id="rId20" Type="http://schemas.openxmlformats.org/officeDocument/2006/relationships/image" Target="../media/image61.png"/><Relationship Id="rId29" Type="http://schemas.openxmlformats.org/officeDocument/2006/relationships/image" Target="../media/image68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0.png"/><Relationship Id="rId11" Type="http://schemas.openxmlformats.org/officeDocument/2006/relationships/image" Target="../media/image53.png"/><Relationship Id="rId5" Type="http://schemas.openxmlformats.org/officeDocument/2006/relationships/image" Target="../media/image30.png"/><Relationship Id="rId15" Type="http://schemas.openxmlformats.org/officeDocument/2006/relationships/image" Target="../media/image56.png"/><Relationship Id="rId23" Type="http://schemas.openxmlformats.org/officeDocument/2006/relationships/image" Target="../media/image64.png"/><Relationship Id="rId28" Type="http://schemas.openxmlformats.org/officeDocument/2006/relationships/image" Target="../media/image66.png"/><Relationship Id="rId10" Type="http://schemas.openxmlformats.org/officeDocument/2006/relationships/image" Target="../media/image511.png"/><Relationship Id="rId19" Type="http://schemas.openxmlformats.org/officeDocument/2006/relationships/image" Target="../media/image60.png"/><Relationship Id="rId31" Type="http://schemas.openxmlformats.org/officeDocument/2006/relationships/image" Target="../media/image70.png"/><Relationship Id="rId4" Type="http://schemas.openxmlformats.org/officeDocument/2006/relationships/image" Target="../media/image23.png"/><Relationship Id="rId9" Type="http://schemas.openxmlformats.org/officeDocument/2006/relationships/image" Target="../media/image52.png"/><Relationship Id="rId14" Type="http://schemas.openxmlformats.org/officeDocument/2006/relationships/image" Target="../media/image55.png"/><Relationship Id="rId22" Type="http://schemas.openxmlformats.org/officeDocument/2006/relationships/image" Target="../media/image63.png"/><Relationship Id="rId27" Type="http://schemas.openxmlformats.org/officeDocument/2006/relationships/image" Target="../media/image65.png"/><Relationship Id="rId30" Type="http://schemas.openxmlformats.org/officeDocument/2006/relationships/image" Target="../media/image6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72.png"/><Relationship Id="rId7" Type="http://schemas.openxmlformats.org/officeDocument/2006/relationships/image" Target="../media/image76.png"/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73.png"/><Relationship Id="rId9" Type="http://schemas.openxmlformats.org/officeDocument/2006/relationships/image" Target="../media/image158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13" Type="http://schemas.openxmlformats.org/officeDocument/2006/relationships/image" Target="../media/image89.png"/><Relationship Id="rId18" Type="http://schemas.openxmlformats.org/officeDocument/2006/relationships/image" Target="../media/image94.png"/><Relationship Id="rId26" Type="http://schemas.openxmlformats.org/officeDocument/2006/relationships/image" Target="../media/image166.png"/><Relationship Id="rId3" Type="http://schemas.openxmlformats.org/officeDocument/2006/relationships/image" Target="../media/image79.png"/><Relationship Id="rId21" Type="http://schemas.openxmlformats.org/officeDocument/2006/relationships/image" Target="../media/image161.png"/><Relationship Id="rId7" Type="http://schemas.openxmlformats.org/officeDocument/2006/relationships/image" Target="../media/image83.png"/><Relationship Id="rId12" Type="http://schemas.openxmlformats.org/officeDocument/2006/relationships/image" Target="../media/image88.png"/><Relationship Id="rId17" Type="http://schemas.openxmlformats.org/officeDocument/2006/relationships/image" Target="../media/image93.png"/><Relationship Id="rId25" Type="http://schemas.openxmlformats.org/officeDocument/2006/relationships/image" Target="../media/image165.png"/><Relationship Id="rId2" Type="http://schemas.openxmlformats.org/officeDocument/2006/relationships/image" Target="../media/image159.png"/><Relationship Id="rId16" Type="http://schemas.openxmlformats.org/officeDocument/2006/relationships/image" Target="../media/image92.png"/><Relationship Id="rId20" Type="http://schemas.openxmlformats.org/officeDocument/2006/relationships/image" Target="../media/image9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60.png"/><Relationship Id="rId11" Type="http://schemas.openxmlformats.org/officeDocument/2006/relationships/image" Target="../media/image87.png"/><Relationship Id="rId24" Type="http://schemas.openxmlformats.org/officeDocument/2006/relationships/image" Target="../media/image164.png"/><Relationship Id="rId5" Type="http://schemas.openxmlformats.org/officeDocument/2006/relationships/image" Target="../media/image81.png"/><Relationship Id="rId15" Type="http://schemas.openxmlformats.org/officeDocument/2006/relationships/image" Target="../media/image91.png"/><Relationship Id="rId23" Type="http://schemas.openxmlformats.org/officeDocument/2006/relationships/image" Target="../media/image163.png"/><Relationship Id="rId10" Type="http://schemas.openxmlformats.org/officeDocument/2006/relationships/image" Target="../media/image86.png"/><Relationship Id="rId19" Type="http://schemas.openxmlformats.org/officeDocument/2006/relationships/image" Target="../media/image95.png"/><Relationship Id="rId4" Type="http://schemas.openxmlformats.org/officeDocument/2006/relationships/image" Target="../media/image80.png"/><Relationship Id="rId9" Type="http://schemas.openxmlformats.org/officeDocument/2006/relationships/image" Target="../media/image85.png"/><Relationship Id="rId14" Type="http://schemas.openxmlformats.org/officeDocument/2006/relationships/image" Target="../media/image90.png"/><Relationship Id="rId22" Type="http://schemas.openxmlformats.org/officeDocument/2006/relationships/image" Target="../media/image162.png"/></Relationships>
</file>

<file path=ppt/slides/_rels/slide1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20.png"/><Relationship Id="rId18" Type="http://schemas.openxmlformats.org/officeDocument/2006/relationships/image" Target="../media/image670.png"/><Relationship Id="rId26" Type="http://schemas.openxmlformats.org/officeDocument/2006/relationships/image" Target="../media/image750.png"/><Relationship Id="rId21" Type="http://schemas.openxmlformats.org/officeDocument/2006/relationships/image" Target="../media/image700.png"/><Relationship Id="rId34" Type="http://schemas.openxmlformats.org/officeDocument/2006/relationships/image" Target="../media/image830.png"/><Relationship Id="rId7" Type="http://schemas.openxmlformats.org/officeDocument/2006/relationships/image" Target="../media/image560.png"/><Relationship Id="rId12" Type="http://schemas.openxmlformats.org/officeDocument/2006/relationships/image" Target="../media/image610.png"/><Relationship Id="rId17" Type="http://schemas.openxmlformats.org/officeDocument/2006/relationships/image" Target="../media/image660.png"/><Relationship Id="rId25" Type="http://schemas.openxmlformats.org/officeDocument/2006/relationships/image" Target="../media/image740.png"/><Relationship Id="rId33" Type="http://schemas.openxmlformats.org/officeDocument/2006/relationships/image" Target="../media/image820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650.png"/><Relationship Id="rId20" Type="http://schemas.openxmlformats.org/officeDocument/2006/relationships/image" Target="../media/image690.png"/><Relationship Id="rId29" Type="http://schemas.openxmlformats.org/officeDocument/2006/relationships/image" Target="../media/image78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50.png"/><Relationship Id="rId11" Type="http://schemas.openxmlformats.org/officeDocument/2006/relationships/image" Target="../media/image600.png"/><Relationship Id="rId24" Type="http://schemas.openxmlformats.org/officeDocument/2006/relationships/image" Target="../media/image730.png"/><Relationship Id="rId32" Type="http://schemas.openxmlformats.org/officeDocument/2006/relationships/image" Target="../media/image810.png"/><Relationship Id="rId37" Type="http://schemas.openxmlformats.org/officeDocument/2006/relationships/image" Target="../media/image860.png"/><Relationship Id="rId5" Type="http://schemas.openxmlformats.org/officeDocument/2006/relationships/image" Target="../media/image540.png"/><Relationship Id="rId15" Type="http://schemas.openxmlformats.org/officeDocument/2006/relationships/image" Target="../media/image640.png"/><Relationship Id="rId23" Type="http://schemas.openxmlformats.org/officeDocument/2006/relationships/image" Target="../media/image720.png"/><Relationship Id="rId28" Type="http://schemas.openxmlformats.org/officeDocument/2006/relationships/image" Target="../media/image770.png"/><Relationship Id="rId36" Type="http://schemas.openxmlformats.org/officeDocument/2006/relationships/image" Target="../media/image850.png"/><Relationship Id="rId10" Type="http://schemas.openxmlformats.org/officeDocument/2006/relationships/image" Target="../media/image590.png"/><Relationship Id="rId19" Type="http://schemas.openxmlformats.org/officeDocument/2006/relationships/image" Target="../media/image680.png"/><Relationship Id="rId31" Type="http://schemas.openxmlformats.org/officeDocument/2006/relationships/image" Target="../media/image800.png"/><Relationship Id="rId4" Type="http://schemas.openxmlformats.org/officeDocument/2006/relationships/image" Target="../media/image530.png"/><Relationship Id="rId9" Type="http://schemas.openxmlformats.org/officeDocument/2006/relationships/image" Target="../media/image580.png"/><Relationship Id="rId14" Type="http://schemas.openxmlformats.org/officeDocument/2006/relationships/image" Target="../media/image630.png"/><Relationship Id="rId22" Type="http://schemas.openxmlformats.org/officeDocument/2006/relationships/image" Target="../media/image710.png"/><Relationship Id="rId27" Type="http://schemas.openxmlformats.org/officeDocument/2006/relationships/image" Target="../media/image760.png"/><Relationship Id="rId30" Type="http://schemas.openxmlformats.org/officeDocument/2006/relationships/image" Target="../media/image790.png"/><Relationship Id="rId35" Type="http://schemas.openxmlformats.org/officeDocument/2006/relationships/image" Target="../media/image840.png"/><Relationship Id="rId8" Type="http://schemas.openxmlformats.org/officeDocument/2006/relationships/image" Target="../media/image570.png"/><Relationship Id="rId3" Type="http://schemas.openxmlformats.org/officeDocument/2006/relationships/image" Target="../media/image52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1.png"/><Relationship Id="rId13" Type="http://schemas.openxmlformats.org/officeDocument/2006/relationships/image" Target="../media/image1110.png"/><Relationship Id="rId18" Type="http://schemas.openxmlformats.org/officeDocument/2006/relationships/image" Target="../media/image1600.png"/><Relationship Id="rId3" Type="http://schemas.openxmlformats.org/officeDocument/2006/relationships/image" Target="../media/image1100.png"/><Relationship Id="rId21" Type="http://schemas.openxmlformats.org/officeDocument/2006/relationships/image" Target="../media/image190.png"/><Relationship Id="rId7" Type="http://schemas.openxmlformats.org/officeDocument/2006/relationships/image" Target="../media/image510.png"/><Relationship Id="rId12" Type="http://schemas.openxmlformats.org/officeDocument/2006/relationships/image" Target="../media/image1000.png"/><Relationship Id="rId17" Type="http://schemas.openxmlformats.org/officeDocument/2006/relationships/image" Target="../media/image1500.png"/><Relationship Id="rId25" Type="http://schemas.openxmlformats.org/officeDocument/2006/relationships/image" Target="../media/image230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1400.png"/><Relationship Id="rId20" Type="http://schemas.openxmlformats.org/officeDocument/2006/relationships/image" Target="../media/image18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10.png"/><Relationship Id="rId11" Type="http://schemas.openxmlformats.org/officeDocument/2006/relationships/image" Target="../media/image900.png"/><Relationship Id="rId24" Type="http://schemas.openxmlformats.org/officeDocument/2006/relationships/image" Target="../media/image220.png"/><Relationship Id="rId5" Type="http://schemas.openxmlformats.org/officeDocument/2006/relationships/image" Target="../media/image310.png"/><Relationship Id="rId15" Type="http://schemas.openxmlformats.org/officeDocument/2006/relationships/image" Target="../media/image1300.png"/><Relationship Id="rId23" Type="http://schemas.openxmlformats.org/officeDocument/2006/relationships/image" Target="../media/image210.png"/><Relationship Id="rId10" Type="http://schemas.openxmlformats.org/officeDocument/2006/relationships/image" Target="../media/image880.png"/><Relationship Id="rId19" Type="http://schemas.openxmlformats.org/officeDocument/2006/relationships/image" Target="../media/image170.png"/><Relationship Id="rId4" Type="http://schemas.openxmlformats.org/officeDocument/2006/relationships/image" Target="../media/image4.jpeg"/><Relationship Id="rId9" Type="http://schemas.openxmlformats.org/officeDocument/2006/relationships/image" Target="../media/image711.png"/><Relationship Id="rId14" Type="http://schemas.openxmlformats.org/officeDocument/2006/relationships/image" Target="../media/image1200.png"/><Relationship Id="rId22" Type="http://schemas.openxmlformats.org/officeDocument/2006/relationships/image" Target="../media/image200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8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83FDD82-4180-C8BC-3B50-4B21D1F5E6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5468" y="1380839"/>
            <a:ext cx="7621064" cy="4096322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BD59A443-E74A-6D84-66B6-D351E9555FA4}"/>
              </a:ext>
            </a:extLst>
          </p:cNvPr>
          <p:cNvSpPr/>
          <p:nvPr/>
        </p:nvSpPr>
        <p:spPr>
          <a:xfrm>
            <a:off x="7749540" y="1405890"/>
            <a:ext cx="2137410" cy="56007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2">
            <a:extLst>
              <a:ext uri="{FF2B5EF4-FFF2-40B4-BE49-F238E27FC236}">
                <a16:creationId xmlns:a16="http://schemas.microsoft.com/office/drawing/2014/main" id="{A1D99145-96CA-A8AA-1F5B-E9A86E1AF4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95102" y="145073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1.2</a:t>
            </a:r>
          </a:p>
        </p:txBody>
      </p:sp>
      <p:pic>
        <p:nvPicPr>
          <p:cNvPr id="2" name="Graphic 1" descr="Microscope outline">
            <a:extLst>
              <a:ext uri="{FF2B5EF4-FFF2-40B4-BE49-F238E27FC236}">
                <a16:creationId xmlns:a16="http://schemas.microsoft.com/office/drawing/2014/main" id="{30362665-7733-838C-F9AA-A1DD8E0B13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flipH="1">
            <a:off x="8655823" y="2269040"/>
            <a:ext cx="527944" cy="527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64849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41DCC196-95E4-F1B7-50EA-092C2A0E9D37}"/>
              </a:ext>
            </a:extLst>
          </p:cNvPr>
          <p:cNvSpPr/>
          <p:nvPr/>
        </p:nvSpPr>
        <p:spPr>
          <a:xfrm>
            <a:off x="1028701" y="1047751"/>
            <a:ext cx="10429874" cy="4362450"/>
          </a:xfrm>
          <a:prstGeom prst="triangle">
            <a:avLst>
              <a:gd name="adj" fmla="val 50045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C51C79-C95D-8840-7C3D-7C7E859E323D}"/>
              </a:ext>
            </a:extLst>
          </p:cNvPr>
          <p:cNvSpPr txBox="1"/>
          <p:nvPr/>
        </p:nvSpPr>
        <p:spPr>
          <a:xfrm>
            <a:off x="5699096" y="5810249"/>
            <a:ext cx="9989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Pipe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6E71EE6-E603-D0A6-641C-9E2EBE45E0D6}"/>
                  </a:ext>
                </a:extLst>
              </p:cNvPr>
              <p:cNvSpPr txBox="1"/>
              <p:nvPr/>
            </p:nvSpPr>
            <p:spPr>
              <a:xfrm>
                <a:off x="2989245" y="4948536"/>
                <a:ext cx="86837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6E71EE6-E603-D0A6-641C-9E2EBE45E0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9245" y="4948536"/>
                <a:ext cx="868379" cy="461665"/>
              </a:xfrm>
              <a:prstGeom prst="rect">
                <a:avLst/>
              </a:prstGeom>
              <a:blipFill>
                <a:blip r:embed="rId2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90B7616-3E59-1CD9-2A4B-46680C238CCA}"/>
                  </a:ext>
                </a:extLst>
              </p:cNvPr>
              <p:cNvSpPr txBox="1"/>
              <p:nvPr/>
            </p:nvSpPr>
            <p:spPr>
              <a:xfrm>
                <a:off x="3857624" y="3080915"/>
                <a:ext cx="8754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90B7616-3E59-1CD9-2A4B-46680C238C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7624" y="3080915"/>
                <a:ext cx="875496" cy="461665"/>
              </a:xfrm>
              <a:prstGeom prst="rect">
                <a:avLst/>
              </a:prstGeom>
              <a:blipFill>
                <a:blip r:embed="rId3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F81ECA2-7BFE-1A7C-9382-B9A948112038}"/>
              </a:ext>
            </a:extLst>
          </p:cNvPr>
          <p:cNvCxnSpPr>
            <a:cxnSpLocks/>
            <a:stCxn id="5" idx="0"/>
            <a:endCxn id="5" idx="3"/>
          </p:cNvCxnSpPr>
          <p:nvPr/>
        </p:nvCxnSpPr>
        <p:spPr>
          <a:xfrm>
            <a:off x="6248331" y="1047751"/>
            <a:ext cx="0" cy="436245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E81C710-A639-2EFD-0F8E-1E1F7F8F184A}"/>
                  </a:ext>
                </a:extLst>
              </p:cNvPr>
              <p:cNvSpPr txBox="1"/>
              <p:nvPr/>
            </p:nvSpPr>
            <p:spPr>
              <a:xfrm>
                <a:off x="5848003" y="1495427"/>
                <a:ext cx="25615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E81C710-A639-2EFD-0F8E-1E1F7F8F1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8003" y="1495427"/>
                <a:ext cx="256159" cy="369332"/>
              </a:xfrm>
              <a:prstGeom prst="rect">
                <a:avLst/>
              </a:prstGeom>
              <a:blipFill>
                <a:blip r:embed="rId4"/>
                <a:stretch>
                  <a:fillRect l="-16667" r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Partial Circle 23">
            <a:extLst>
              <a:ext uri="{FF2B5EF4-FFF2-40B4-BE49-F238E27FC236}">
                <a16:creationId xmlns:a16="http://schemas.microsoft.com/office/drawing/2014/main" id="{8195E41F-8301-CDD1-3F57-0BB94501EAF5}"/>
              </a:ext>
            </a:extLst>
          </p:cNvPr>
          <p:cNvSpPr/>
          <p:nvPr/>
        </p:nvSpPr>
        <p:spPr>
          <a:xfrm>
            <a:off x="5786438" y="614365"/>
            <a:ext cx="914400" cy="914400"/>
          </a:xfrm>
          <a:prstGeom prst="pie">
            <a:avLst>
              <a:gd name="adj1" fmla="val 5459266"/>
              <a:gd name="adj2" fmla="val 8511497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5A23A6-4931-BF23-D07B-61E78491433D}"/>
              </a:ext>
            </a:extLst>
          </p:cNvPr>
          <p:cNvSpPr txBox="1"/>
          <p:nvPr/>
        </p:nvSpPr>
        <p:spPr>
          <a:xfrm>
            <a:off x="3358129" y="2126606"/>
            <a:ext cx="9989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Pipe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9AD34C9-6B9C-A901-167B-50E61A5018DE}"/>
                  </a:ext>
                </a:extLst>
              </p:cNvPr>
              <p:cNvSpPr txBox="1"/>
              <p:nvPr/>
            </p:nvSpPr>
            <p:spPr>
              <a:xfrm>
                <a:off x="6383939" y="2953490"/>
                <a:ext cx="55970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24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9AD34C9-6B9C-A901-167B-50E61A5018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3939" y="2953490"/>
                <a:ext cx="559704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594453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056529-298F-8D22-3188-104593F59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81F3C99-A3CF-6FA8-BDBB-5808FC5F3BD1}"/>
              </a:ext>
            </a:extLst>
          </p:cNvPr>
          <p:cNvSpPr/>
          <p:nvPr/>
        </p:nvSpPr>
        <p:spPr>
          <a:xfrm>
            <a:off x="9916511" y="-61553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0F1B590C-1DD2-3CC5-B679-6FE23007B0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16510" y="11231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1.2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F0E2AC3-9552-D906-0500-EE8CBF108A7D}"/>
                  </a:ext>
                </a:extLst>
              </p:cNvPr>
              <p:cNvSpPr txBox="1"/>
              <p:nvPr/>
            </p:nvSpPr>
            <p:spPr>
              <a:xfrm>
                <a:off x="1364875" y="3688994"/>
                <a:ext cx="76687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F0E2AC3-9552-D906-0500-EE8CBF108A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4875" y="3688994"/>
                <a:ext cx="766877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412FAEA1-ACBF-B98E-F12D-7717049E79C9}"/>
                  </a:ext>
                </a:extLst>
              </p:cNvPr>
              <p:cNvSpPr txBox="1"/>
              <p:nvPr/>
            </p:nvSpPr>
            <p:spPr>
              <a:xfrm>
                <a:off x="1538146" y="2415056"/>
                <a:ext cx="77970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412FAEA1-ACBF-B98E-F12D-7717049E79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8146" y="2415056"/>
                <a:ext cx="779701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B39BD97-9052-5BE8-CDF9-A07E857CBFE6}"/>
              </a:ext>
            </a:extLst>
          </p:cNvPr>
          <p:cNvCxnSpPr>
            <a:cxnSpLocks/>
            <a:stCxn id="63" idx="2"/>
          </p:cNvCxnSpPr>
          <p:nvPr/>
        </p:nvCxnSpPr>
        <p:spPr>
          <a:xfrm>
            <a:off x="1927997" y="2938276"/>
            <a:ext cx="218303" cy="28157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286EA320-F9CA-9C21-0E4E-F689ED0E0FB1}"/>
              </a:ext>
            </a:extLst>
          </p:cNvPr>
          <p:cNvCxnSpPr>
            <a:cxnSpLocks/>
          </p:cNvCxnSpPr>
          <p:nvPr/>
        </p:nvCxnSpPr>
        <p:spPr>
          <a:xfrm flipV="1">
            <a:off x="1823768" y="3508129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7C2DB9E1-BED9-3588-2A1B-A566014CFE6C}"/>
                  </a:ext>
                </a:extLst>
              </p:cNvPr>
              <p:cNvSpPr txBox="1"/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7C2DB9E1-BED9-3588-2A1B-A566014CFE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84BDA817-9D0F-8995-1173-617427521B62}"/>
              </a:ext>
            </a:extLst>
          </p:cNvPr>
          <p:cNvCxnSpPr>
            <a:cxnSpLocks/>
          </p:cNvCxnSpPr>
          <p:nvPr/>
        </p:nvCxnSpPr>
        <p:spPr>
          <a:xfrm flipH="1">
            <a:off x="9952556" y="2843308"/>
            <a:ext cx="3464" cy="41953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5B09DE20-B170-8167-66B6-50AF8F1F2800}"/>
                  </a:ext>
                </a:extLst>
              </p:cNvPr>
              <p:cNvSpPr txBox="1"/>
              <p:nvPr/>
            </p:nvSpPr>
            <p:spPr>
              <a:xfrm>
                <a:off x="10084344" y="3887294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5B09DE20-B170-8167-66B6-50AF8F1F28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4344" y="3887294"/>
                <a:ext cx="931986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FEDBC9C9-2357-74AD-D85C-3452C71CC991}"/>
                  </a:ext>
                </a:extLst>
              </p:cNvPr>
              <p:cNvSpPr txBox="1"/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FEDBC9C9-2357-74AD-D85C-3452C71CC9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AB3EB3B4-FCD2-0BE7-84AC-D4262F243F79}"/>
                  </a:ext>
                </a:extLst>
              </p:cNvPr>
              <p:cNvSpPr txBox="1"/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AB3EB3B4-FCD2-0BE7-84AC-D4262F243F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756A9FBB-B6E3-D79B-9251-4CD235E6D6A5}"/>
                  </a:ext>
                </a:extLst>
              </p:cNvPr>
              <p:cNvSpPr txBox="1"/>
              <p:nvPr/>
            </p:nvSpPr>
            <p:spPr>
              <a:xfrm>
                <a:off x="5964354" y="49091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756A9FBB-B6E3-D79B-9251-4CD235E6D6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4354" y="490911"/>
                <a:ext cx="931986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9" name="Group 88">
            <a:extLst>
              <a:ext uri="{FF2B5EF4-FFF2-40B4-BE49-F238E27FC236}">
                <a16:creationId xmlns:a16="http://schemas.microsoft.com/office/drawing/2014/main" id="{B0A5C252-0173-84D8-DC13-EEC57EA2F388}"/>
              </a:ext>
            </a:extLst>
          </p:cNvPr>
          <p:cNvGrpSpPr/>
          <p:nvPr/>
        </p:nvGrpSpPr>
        <p:grpSpPr>
          <a:xfrm>
            <a:off x="5569182" y="3143649"/>
            <a:ext cx="1255894" cy="523220"/>
            <a:chOff x="5372824" y="4174268"/>
            <a:chExt cx="734184" cy="52322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5EE974CC-0125-3AC7-FF0C-75AFD1CFC362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DF9917B-7623-4B9B-6599-9AA9BD26B230}"/>
                    </a:ext>
                  </a:extLst>
                </p:cNvPr>
                <p:cNvSpPr txBox="1"/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b="1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b="1" i="1" dirty="0" smtClean="0">
                          <a:latin typeface="Cambria Math" panose="02040503050406030204" pitchFamily="18" charset="0"/>
                        </a:rPr>
                        <m:t>𝟏</m:t>
                      </m:r>
                    </m:oMath>
                  </a14:m>
                  <a:endParaRPr lang="en-DE" sz="2800" b="1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DF9917B-7623-4B9B-6599-9AA9BD26B2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blipFill>
                  <a:blip r:embed="rId10"/>
                  <a:stretch>
                    <a:fillRect l="-7767" t="-12791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388C6218-B8AC-7385-1DB0-9E122A0C9B9B}"/>
                  </a:ext>
                </a:extLst>
              </p:cNvPr>
              <p:cNvSpPr txBox="1"/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388C6218-B8AC-7385-1DB0-9E122A0C9B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7ABE7C42-900E-A563-CF39-DCF37998C8DD}"/>
                  </a:ext>
                </a:extLst>
              </p:cNvPr>
              <p:cNvSpPr txBox="1"/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7ABE7C42-900E-A563-CF39-DCF37998C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4B41A1D-245C-9429-7C8C-F2F6DD6939C8}"/>
              </a:ext>
            </a:extLst>
          </p:cNvPr>
          <p:cNvCxnSpPr>
            <a:cxnSpLocks/>
          </p:cNvCxnSpPr>
          <p:nvPr/>
        </p:nvCxnSpPr>
        <p:spPr>
          <a:xfrm flipH="1">
            <a:off x="2219047" y="1033398"/>
            <a:ext cx="4178056" cy="22923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A5BAEE2-C57F-F4F5-DA43-756659D90340}"/>
              </a:ext>
            </a:extLst>
          </p:cNvPr>
          <p:cNvCxnSpPr>
            <a:cxnSpLocks/>
          </p:cNvCxnSpPr>
          <p:nvPr/>
        </p:nvCxnSpPr>
        <p:spPr>
          <a:xfrm flipH="1" flipV="1">
            <a:off x="2211036" y="3485346"/>
            <a:ext cx="3902259" cy="25919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9C8842C-6D19-8E00-D7B5-18ABC384CF32}"/>
              </a:ext>
            </a:extLst>
          </p:cNvPr>
          <p:cNvCxnSpPr>
            <a:cxnSpLocks/>
          </p:cNvCxnSpPr>
          <p:nvPr/>
        </p:nvCxnSpPr>
        <p:spPr>
          <a:xfrm flipV="1">
            <a:off x="1701800" y="3329609"/>
            <a:ext cx="517247" cy="3043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38C2E72-23F1-404B-0580-AD18A2700A5E}"/>
              </a:ext>
            </a:extLst>
          </p:cNvPr>
          <p:cNvCxnSpPr>
            <a:cxnSpLocks/>
          </p:cNvCxnSpPr>
          <p:nvPr/>
        </p:nvCxnSpPr>
        <p:spPr>
          <a:xfrm>
            <a:off x="1701800" y="3429000"/>
            <a:ext cx="517247" cy="5089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379D608-C327-9898-C9D8-47603D8A7ACE}"/>
              </a:ext>
            </a:extLst>
          </p:cNvPr>
          <p:cNvCxnSpPr>
            <a:cxnSpLocks/>
          </p:cNvCxnSpPr>
          <p:nvPr/>
        </p:nvCxnSpPr>
        <p:spPr>
          <a:xfrm>
            <a:off x="3170238" y="3116798"/>
            <a:ext cx="5970454" cy="130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2EC839E1-1FE2-54DF-4229-F8B133D08F7E}"/>
              </a:ext>
            </a:extLst>
          </p:cNvPr>
          <p:cNvCxnSpPr>
            <a:cxnSpLocks/>
          </p:cNvCxnSpPr>
          <p:nvPr/>
        </p:nvCxnSpPr>
        <p:spPr>
          <a:xfrm>
            <a:off x="3004152" y="3637348"/>
            <a:ext cx="6136540" cy="328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96A3A371-6737-2921-382A-D78D4B7AD286}"/>
              </a:ext>
            </a:extLst>
          </p:cNvPr>
          <p:cNvCxnSpPr>
            <a:cxnSpLocks/>
          </p:cNvCxnSpPr>
          <p:nvPr/>
        </p:nvCxnSpPr>
        <p:spPr>
          <a:xfrm flipH="1">
            <a:off x="3117614" y="1402730"/>
            <a:ext cx="3277367" cy="172710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450570E8-AA9F-563B-DCDD-A9C0768148CD}"/>
              </a:ext>
            </a:extLst>
          </p:cNvPr>
          <p:cNvCxnSpPr>
            <a:cxnSpLocks/>
          </p:cNvCxnSpPr>
          <p:nvPr/>
        </p:nvCxnSpPr>
        <p:spPr>
          <a:xfrm flipH="1" flipV="1">
            <a:off x="3004152" y="3640229"/>
            <a:ext cx="3091848" cy="20137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727C5D80-FB2D-9B66-7890-B680F8B899BC}"/>
              </a:ext>
            </a:extLst>
          </p:cNvPr>
          <p:cNvCxnSpPr>
            <a:cxnSpLocks/>
          </p:cNvCxnSpPr>
          <p:nvPr/>
        </p:nvCxnSpPr>
        <p:spPr>
          <a:xfrm>
            <a:off x="6397103" y="1393080"/>
            <a:ext cx="2743589" cy="17206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323C2D8D-9E5F-A19B-D44E-3570941E30EC}"/>
              </a:ext>
            </a:extLst>
          </p:cNvPr>
          <p:cNvCxnSpPr>
            <a:cxnSpLocks/>
          </p:cNvCxnSpPr>
          <p:nvPr/>
        </p:nvCxnSpPr>
        <p:spPr>
          <a:xfrm>
            <a:off x="6397031" y="1013458"/>
            <a:ext cx="3566390" cy="2318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2F22471-61BB-B5A7-06BB-225540B00CC5}"/>
              </a:ext>
            </a:extLst>
          </p:cNvPr>
          <p:cNvCxnSpPr>
            <a:cxnSpLocks/>
          </p:cNvCxnSpPr>
          <p:nvPr/>
        </p:nvCxnSpPr>
        <p:spPr>
          <a:xfrm flipV="1">
            <a:off x="6096000" y="3682508"/>
            <a:ext cx="3044692" cy="19714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E5F1B9A2-73D7-B96E-16A4-6DEAD22E46EC}"/>
              </a:ext>
            </a:extLst>
          </p:cNvPr>
          <p:cNvCxnSpPr>
            <a:cxnSpLocks/>
          </p:cNvCxnSpPr>
          <p:nvPr/>
        </p:nvCxnSpPr>
        <p:spPr>
          <a:xfrm flipV="1">
            <a:off x="6113295" y="3512820"/>
            <a:ext cx="3850126" cy="2564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FCD946CA-66CA-B206-1FF2-55AC527126ED}"/>
              </a:ext>
            </a:extLst>
          </p:cNvPr>
          <p:cNvGrpSpPr/>
          <p:nvPr/>
        </p:nvGrpSpPr>
        <p:grpSpPr>
          <a:xfrm>
            <a:off x="4129280" y="1204017"/>
            <a:ext cx="1255894" cy="523220"/>
            <a:chOff x="5372824" y="4250468"/>
            <a:chExt cx="734184" cy="52322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E1C60EC8-3A5B-BC34-747A-B10E8EC0EF28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F91C6624-B3CC-6FFE-5F3A-CCF9D4588ED9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800" b="1" i="1" dirty="0" smtClean="0">
                          <a:latin typeface="Cambria Math" panose="02040503050406030204" pitchFamily="18" charset="0"/>
                        </a:rPr>
                        <m:t>𝟐</m:t>
                      </m:r>
                    </m:oMath>
                  </a14:m>
                  <a:endParaRPr lang="en-DE" sz="2800" b="1" dirty="0"/>
                </a:p>
              </p:txBody>
            </p:sp>
          </mc:Choice>
          <mc:Fallback xmlns="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F91C6624-B3CC-6FFE-5F3A-CCF9D4588ED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3"/>
                  <a:stretch>
                    <a:fillRect l="-7767" t="-11628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A62DC9A9-DA77-AC5D-4400-744B44DD1458}"/>
              </a:ext>
            </a:extLst>
          </p:cNvPr>
          <p:cNvGrpSpPr/>
          <p:nvPr/>
        </p:nvGrpSpPr>
        <p:grpSpPr>
          <a:xfrm>
            <a:off x="3501333" y="5137162"/>
            <a:ext cx="1255894" cy="523220"/>
            <a:chOff x="5372824" y="4250468"/>
            <a:chExt cx="734184" cy="52322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458A76FA-15F8-A95A-82FF-4272C66D4D6C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8341FA08-EE8C-9310-80D7-02EEEAF2362A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800" b="1" i="1" dirty="0" smtClean="0">
                          <a:latin typeface="Cambria Math" panose="02040503050406030204" pitchFamily="18" charset="0"/>
                        </a:rPr>
                        <m:t>𝟑</m:t>
                      </m:r>
                    </m:oMath>
                  </a14:m>
                  <a:endParaRPr lang="en-DE" sz="2800" b="1" dirty="0"/>
                </a:p>
              </p:txBody>
            </p:sp>
          </mc:Choice>
          <mc:Fallback xmlns="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8341FA08-EE8C-9310-80D7-02EEEAF236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4"/>
                  <a:stretch>
                    <a:fillRect l="-7282" t="-11628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9AE17074-4722-49A5-C6FA-A9E3AA0120B7}"/>
                  </a:ext>
                </a:extLst>
              </p:cNvPr>
              <p:cNvSpPr txBox="1"/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9AE17074-4722-49A5-C6FA-A9E3AA0120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1512EF11-FBB8-9E75-769F-2C35AED616A8}"/>
                  </a:ext>
                </a:extLst>
              </p:cNvPr>
              <p:cNvSpPr txBox="1"/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1512EF11-FBB8-9E75-769F-2C35AED616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E2AFB18D-4B2D-4D51-6E4F-5BA414C837A8}"/>
              </a:ext>
            </a:extLst>
          </p:cNvPr>
          <p:cNvCxnSpPr>
            <a:cxnSpLocks/>
          </p:cNvCxnSpPr>
          <p:nvPr/>
        </p:nvCxnSpPr>
        <p:spPr>
          <a:xfrm>
            <a:off x="2620181" y="3107285"/>
            <a:ext cx="643601" cy="886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6A460E71-F574-B112-8A80-1347BCE9CC6E}"/>
              </a:ext>
            </a:extLst>
          </p:cNvPr>
          <p:cNvCxnSpPr>
            <a:cxnSpLocks/>
          </p:cNvCxnSpPr>
          <p:nvPr/>
        </p:nvCxnSpPr>
        <p:spPr>
          <a:xfrm>
            <a:off x="2279520" y="2409968"/>
            <a:ext cx="357974" cy="65117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3DF92CB6-75F4-968C-8CBB-30D0013B1E48}"/>
              </a:ext>
            </a:extLst>
          </p:cNvPr>
          <p:cNvCxnSpPr>
            <a:cxnSpLocks/>
          </p:cNvCxnSpPr>
          <p:nvPr/>
        </p:nvCxnSpPr>
        <p:spPr>
          <a:xfrm flipH="1">
            <a:off x="3333381" y="2940823"/>
            <a:ext cx="476671" cy="13281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A889B655-6729-B0F2-6A66-E21CAB1A84D3}"/>
                  </a:ext>
                </a:extLst>
              </p:cNvPr>
              <p:cNvSpPr txBox="1"/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A889B655-6729-B0F2-6A66-E21CAB1A84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C0FE42E7-0042-F03E-D1D1-E61FEB4F1491}"/>
                  </a:ext>
                </a:extLst>
              </p:cNvPr>
              <p:cNvSpPr txBox="1"/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C0FE42E7-0042-F03E-D1D1-E61FEB4F14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FC9F0B50-BF60-6D63-C417-C930EEF3C418}"/>
                  </a:ext>
                </a:extLst>
              </p:cNvPr>
              <p:cNvSpPr txBox="1"/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FC9F0B50-BF60-6D63-C417-C930EEF3C4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6CFA73-79CF-330A-3414-DAC04DEDD6BE}"/>
              </a:ext>
            </a:extLst>
          </p:cNvPr>
          <p:cNvCxnSpPr>
            <a:cxnSpLocks/>
          </p:cNvCxnSpPr>
          <p:nvPr/>
        </p:nvCxnSpPr>
        <p:spPr>
          <a:xfrm>
            <a:off x="2449513" y="3639613"/>
            <a:ext cx="65745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581DF5F-9B7A-4A6E-CF10-4B26D13D0322}"/>
              </a:ext>
            </a:extLst>
          </p:cNvPr>
          <p:cNvCxnSpPr>
            <a:cxnSpLocks/>
          </p:cNvCxnSpPr>
          <p:nvPr/>
        </p:nvCxnSpPr>
        <p:spPr>
          <a:xfrm flipV="1">
            <a:off x="2083664" y="3664572"/>
            <a:ext cx="315243" cy="67505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ABF3F01-F2A2-1913-3DE2-8269A5903812}"/>
                  </a:ext>
                </a:extLst>
              </p:cNvPr>
              <p:cNvSpPr txBox="1"/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ABF3F01-F2A2-1913-3DE2-8269A59038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D5FA527-D8D3-14FA-9DE4-CBBD3007B4BB}"/>
              </a:ext>
            </a:extLst>
          </p:cNvPr>
          <p:cNvCxnSpPr>
            <a:cxnSpLocks/>
            <a:stCxn id="80" idx="1"/>
          </p:cNvCxnSpPr>
          <p:nvPr/>
        </p:nvCxnSpPr>
        <p:spPr>
          <a:xfrm flipH="1" flipV="1">
            <a:off x="3284142" y="3691417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C0AA40A-DCB6-49F4-2715-F12D5EE9EEAD}"/>
                  </a:ext>
                </a:extLst>
              </p:cNvPr>
              <p:cNvSpPr txBox="1"/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C0AA40A-DCB6-49F4-2715-F12D5EE9EE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68EB694-92CA-C524-3D8C-47BA60BD1214}"/>
              </a:ext>
            </a:extLst>
          </p:cNvPr>
          <p:cNvCxnSpPr>
            <a:cxnSpLocks/>
          </p:cNvCxnSpPr>
          <p:nvPr/>
        </p:nvCxnSpPr>
        <p:spPr>
          <a:xfrm flipH="1" flipV="1">
            <a:off x="9988735" y="3579555"/>
            <a:ext cx="3464" cy="41953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7C0E0F6-5D37-19CA-FAFF-2DA97D88F61B}"/>
              </a:ext>
            </a:extLst>
          </p:cNvPr>
          <p:cNvCxnSpPr>
            <a:cxnSpLocks/>
          </p:cNvCxnSpPr>
          <p:nvPr/>
        </p:nvCxnSpPr>
        <p:spPr>
          <a:xfrm>
            <a:off x="9963421" y="3325750"/>
            <a:ext cx="57782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33D0316-0AC3-2D09-4AF7-A60326C1CBD2}"/>
              </a:ext>
            </a:extLst>
          </p:cNvPr>
          <p:cNvCxnSpPr>
            <a:cxnSpLocks/>
          </p:cNvCxnSpPr>
          <p:nvPr/>
        </p:nvCxnSpPr>
        <p:spPr>
          <a:xfrm flipV="1">
            <a:off x="9948203" y="3509638"/>
            <a:ext cx="614614" cy="54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F81C210-7E09-0086-6C0D-5CA2F1213505}"/>
              </a:ext>
            </a:extLst>
          </p:cNvPr>
          <p:cNvCxnSpPr>
            <a:cxnSpLocks/>
          </p:cNvCxnSpPr>
          <p:nvPr/>
        </p:nvCxnSpPr>
        <p:spPr>
          <a:xfrm flipV="1">
            <a:off x="8475941" y="370717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68D185B-DFF3-9792-F5B7-F9C314DD8F86}"/>
              </a:ext>
            </a:extLst>
          </p:cNvPr>
          <p:cNvCxnSpPr>
            <a:cxnSpLocks/>
          </p:cNvCxnSpPr>
          <p:nvPr/>
        </p:nvCxnSpPr>
        <p:spPr>
          <a:xfrm>
            <a:off x="8461046" y="280703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4116C89-582A-9329-C7A6-CF396B5110DA}"/>
                  </a:ext>
                </a:extLst>
              </p:cNvPr>
              <p:cNvSpPr txBox="1"/>
              <p:nvPr/>
            </p:nvSpPr>
            <p:spPr>
              <a:xfrm>
                <a:off x="518335" y="2578680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4116C89-582A-9329-C7A6-CF396B5110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335" y="2578680"/>
                <a:ext cx="931986" cy="52322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00F52E5-BB02-86EE-6AFF-85F559DAB616}"/>
                  </a:ext>
                </a:extLst>
              </p:cNvPr>
              <p:cNvSpPr txBox="1"/>
              <p:nvPr/>
            </p:nvSpPr>
            <p:spPr>
              <a:xfrm>
                <a:off x="413625" y="3571910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00F52E5-BB02-86EE-6AFF-85F559DAB6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625" y="3571910"/>
                <a:ext cx="919162" cy="52322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6863AEE-3C07-265B-4E3D-972BE869367E}"/>
              </a:ext>
            </a:extLst>
          </p:cNvPr>
          <p:cNvCxnSpPr>
            <a:cxnSpLocks/>
          </p:cNvCxnSpPr>
          <p:nvPr/>
        </p:nvCxnSpPr>
        <p:spPr>
          <a:xfrm>
            <a:off x="1701800" y="3351846"/>
            <a:ext cx="0" cy="731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C99C35D-AE4B-983C-286D-F2B4A5293FF1}"/>
              </a:ext>
            </a:extLst>
          </p:cNvPr>
          <p:cNvCxnSpPr>
            <a:cxnSpLocks/>
          </p:cNvCxnSpPr>
          <p:nvPr/>
        </p:nvCxnSpPr>
        <p:spPr>
          <a:xfrm>
            <a:off x="1374912" y="3016088"/>
            <a:ext cx="218303" cy="28157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17BABA2-2BB3-636A-8349-8D2BEF1C3271}"/>
              </a:ext>
            </a:extLst>
          </p:cNvPr>
          <p:cNvCxnSpPr>
            <a:cxnSpLocks/>
          </p:cNvCxnSpPr>
          <p:nvPr/>
        </p:nvCxnSpPr>
        <p:spPr>
          <a:xfrm flipV="1">
            <a:off x="1260395" y="3550726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7AA9F0A9-16A4-EC27-7D74-9B3235F87DDF}"/>
              </a:ext>
            </a:extLst>
          </p:cNvPr>
          <p:cNvCxnSpPr>
            <a:cxnSpLocks/>
          </p:cNvCxnSpPr>
          <p:nvPr/>
        </p:nvCxnSpPr>
        <p:spPr>
          <a:xfrm>
            <a:off x="3004152" y="2938276"/>
            <a:ext cx="133671" cy="16362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E3C87B6-95E6-960E-0046-CC78C1C4125A}"/>
              </a:ext>
            </a:extLst>
          </p:cNvPr>
          <p:cNvCxnSpPr>
            <a:cxnSpLocks/>
          </p:cNvCxnSpPr>
          <p:nvPr/>
        </p:nvCxnSpPr>
        <p:spPr>
          <a:xfrm>
            <a:off x="9157987" y="3707169"/>
            <a:ext cx="215567" cy="2137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AFDD2D9-329A-0C26-547E-F1CCE978D33F}"/>
              </a:ext>
            </a:extLst>
          </p:cNvPr>
          <p:cNvCxnSpPr>
            <a:cxnSpLocks/>
          </p:cNvCxnSpPr>
          <p:nvPr/>
        </p:nvCxnSpPr>
        <p:spPr>
          <a:xfrm flipH="1">
            <a:off x="2781394" y="3629659"/>
            <a:ext cx="222758" cy="23395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560128B-3100-0643-CB91-7CC06BD1A70C}"/>
              </a:ext>
            </a:extLst>
          </p:cNvPr>
          <p:cNvCxnSpPr>
            <a:cxnSpLocks/>
          </p:cNvCxnSpPr>
          <p:nvPr/>
        </p:nvCxnSpPr>
        <p:spPr>
          <a:xfrm flipH="1">
            <a:off x="9140692" y="2940823"/>
            <a:ext cx="193860" cy="17956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17806E5-E6A4-2814-2267-864F0888D3CB}"/>
              </a:ext>
            </a:extLst>
          </p:cNvPr>
          <p:cNvCxnSpPr>
            <a:cxnSpLocks/>
          </p:cNvCxnSpPr>
          <p:nvPr/>
        </p:nvCxnSpPr>
        <p:spPr>
          <a:xfrm flipV="1">
            <a:off x="2789502" y="3950604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92211E0-78A5-2850-79FA-CDC4BCE90BF1}"/>
              </a:ext>
            </a:extLst>
          </p:cNvPr>
          <p:cNvCxnSpPr>
            <a:cxnSpLocks/>
          </p:cNvCxnSpPr>
          <p:nvPr/>
        </p:nvCxnSpPr>
        <p:spPr>
          <a:xfrm>
            <a:off x="3004152" y="2067375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1587A580-1A57-D23F-B292-A84EB34731CD}"/>
              </a:ext>
            </a:extLst>
          </p:cNvPr>
          <p:cNvCxnSpPr>
            <a:cxnSpLocks/>
          </p:cNvCxnSpPr>
          <p:nvPr/>
        </p:nvCxnSpPr>
        <p:spPr>
          <a:xfrm>
            <a:off x="9319279" y="2038943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9FC1E7C-3E81-DD1E-153B-401534DB80F6}"/>
              </a:ext>
            </a:extLst>
          </p:cNvPr>
          <p:cNvCxnSpPr>
            <a:cxnSpLocks/>
          </p:cNvCxnSpPr>
          <p:nvPr/>
        </p:nvCxnSpPr>
        <p:spPr>
          <a:xfrm flipV="1">
            <a:off x="9376429" y="4095130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D169F5D-0AF7-2272-ACF9-D2DBE8E7EB28}"/>
                  </a:ext>
                </a:extLst>
              </p:cNvPr>
              <p:cNvSpPr txBox="1"/>
              <p:nvPr/>
            </p:nvSpPr>
            <p:spPr>
              <a:xfrm>
                <a:off x="9040967" y="1394547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D169F5D-0AF7-2272-ACF9-D2DBE8E7EB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0967" y="1394547"/>
                <a:ext cx="1084271" cy="523220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4B044D8-48E4-4D8B-00B5-F19117B7645B}"/>
                  </a:ext>
                </a:extLst>
              </p:cNvPr>
              <p:cNvSpPr txBox="1"/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4B044D8-48E4-4D8B-00B5-F19117B764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A808E01-9F12-30EA-EBD0-44D0FB49108E}"/>
                  </a:ext>
                </a:extLst>
              </p:cNvPr>
              <p:cNvSpPr txBox="1"/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A808E01-9F12-30EA-EBD0-44D0FB4910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7252355C-F0D5-FC88-03EE-BD707462D05D}"/>
                  </a:ext>
                </a:extLst>
              </p:cNvPr>
              <p:cNvSpPr txBox="1"/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7252355C-F0D5-FC88-03EE-BD707462D0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6ED357A-DD86-8921-49AF-21A9CB77086C}"/>
              </a:ext>
            </a:extLst>
          </p:cNvPr>
          <p:cNvCxnSpPr>
            <a:cxnSpLocks/>
          </p:cNvCxnSpPr>
          <p:nvPr/>
        </p:nvCxnSpPr>
        <p:spPr>
          <a:xfrm>
            <a:off x="2279520" y="3304818"/>
            <a:ext cx="7683901" cy="5522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902BC0C-6E43-5348-D204-E0F6495B916C}"/>
                  </a:ext>
                </a:extLst>
              </p:cNvPr>
              <p:cNvSpPr txBox="1"/>
              <p:nvPr/>
            </p:nvSpPr>
            <p:spPr>
              <a:xfrm>
                <a:off x="4837907" y="3092908"/>
                <a:ext cx="60805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902BC0C-6E43-5348-D204-E0F6495B91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7907" y="3092908"/>
                <a:ext cx="608051" cy="523220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31729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B9179-B1C7-3CB3-1696-4224CBAEB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6DBF3228-70E1-8212-6969-E972293D8A73}"/>
              </a:ext>
            </a:extLst>
          </p:cNvPr>
          <p:cNvSpPr/>
          <p:nvPr/>
        </p:nvSpPr>
        <p:spPr>
          <a:xfrm>
            <a:off x="1133764" y="1618901"/>
            <a:ext cx="10429874" cy="4362450"/>
          </a:xfrm>
          <a:prstGeom prst="triangle">
            <a:avLst>
              <a:gd name="adj" fmla="val 50045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20EA73-653E-346A-A878-486D90CD8EA4}"/>
              </a:ext>
            </a:extLst>
          </p:cNvPr>
          <p:cNvSpPr txBox="1"/>
          <p:nvPr/>
        </p:nvSpPr>
        <p:spPr>
          <a:xfrm>
            <a:off x="5635864" y="6058233"/>
            <a:ext cx="14061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Pipe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8FD2854-1EC5-A988-0447-77A5E763512A}"/>
                  </a:ext>
                </a:extLst>
              </p:cNvPr>
              <p:cNvSpPr txBox="1"/>
              <p:nvPr/>
            </p:nvSpPr>
            <p:spPr>
              <a:xfrm>
                <a:off x="3312363" y="5219965"/>
                <a:ext cx="121264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8FD2854-1EC5-A988-0447-77A5E76351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2363" y="5219965"/>
                <a:ext cx="1212640" cy="64633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B068152-0123-357E-B885-1B048F23B14A}"/>
                  </a:ext>
                </a:extLst>
              </p:cNvPr>
              <p:cNvSpPr txBox="1"/>
              <p:nvPr/>
            </p:nvSpPr>
            <p:spPr>
              <a:xfrm>
                <a:off x="3962687" y="3652065"/>
                <a:ext cx="122334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B068152-0123-357E-B885-1B048F23B1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2687" y="3652065"/>
                <a:ext cx="1223348" cy="6463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1E68A59-E883-9408-83FF-1DA90A746BA3}"/>
              </a:ext>
            </a:extLst>
          </p:cNvPr>
          <p:cNvCxnSpPr>
            <a:cxnSpLocks/>
            <a:endCxn id="5" idx="3"/>
          </p:cNvCxnSpPr>
          <p:nvPr/>
        </p:nvCxnSpPr>
        <p:spPr>
          <a:xfrm>
            <a:off x="6348701" y="908387"/>
            <a:ext cx="4693" cy="5072964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B8DF70C-6D95-8508-D8E5-3012C5EB22C0}"/>
                  </a:ext>
                </a:extLst>
              </p:cNvPr>
              <p:cNvSpPr txBox="1"/>
              <p:nvPr/>
            </p:nvSpPr>
            <p:spPr>
              <a:xfrm>
                <a:off x="5815188" y="2035515"/>
                <a:ext cx="385875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B8DF70C-6D95-8508-D8E5-3012C5EB22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5188" y="2035515"/>
                <a:ext cx="385875" cy="553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Partial Circle 23">
            <a:extLst>
              <a:ext uri="{FF2B5EF4-FFF2-40B4-BE49-F238E27FC236}">
                <a16:creationId xmlns:a16="http://schemas.microsoft.com/office/drawing/2014/main" id="{E5457CB4-2BC9-3153-330D-0A13B8E764FA}"/>
              </a:ext>
            </a:extLst>
          </p:cNvPr>
          <p:cNvSpPr/>
          <p:nvPr/>
        </p:nvSpPr>
        <p:spPr>
          <a:xfrm>
            <a:off x="5891501" y="1185515"/>
            <a:ext cx="914400" cy="914400"/>
          </a:xfrm>
          <a:prstGeom prst="pie">
            <a:avLst>
              <a:gd name="adj1" fmla="val 5459266"/>
              <a:gd name="adj2" fmla="val 8511497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31BCE5C-769F-1221-5E12-E5A9A5B6943C}"/>
              </a:ext>
            </a:extLst>
          </p:cNvPr>
          <p:cNvSpPr txBox="1"/>
          <p:nvPr/>
        </p:nvSpPr>
        <p:spPr>
          <a:xfrm>
            <a:off x="2512529" y="585222"/>
            <a:ext cx="14061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Pipe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48CB8C2-CDAB-DBDE-A639-29BCD18A7B6E}"/>
                  </a:ext>
                </a:extLst>
              </p:cNvPr>
              <p:cNvSpPr txBox="1"/>
              <p:nvPr/>
            </p:nvSpPr>
            <p:spPr>
              <a:xfrm>
                <a:off x="6489002" y="3524640"/>
                <a:ext cx="750462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3600" i="1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48CB8C2-CDAB-DBDE-A639-29BCD18A7B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9002" y="3524640"/>
                <a:ext cx="750462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27895BC-59E3-59BE-BAB8-E5B5A3B71638}"/>
              </a:ext>
            </a:extLst>
          </p:cNvPr>
          <p:cNvCxnSpPr>
            <a:cxnSpLocks/>
          </p:cNvCxnSpPr>
          <p:nvPr/>
        </p:nvCxnSpPr>
        <p:spPr>
          <a:xfrm flipV="1">
            <a:off x="369656" y="908387"/>
            <a:ext cx="5969285" cy="50412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F4BF098-ECC8-DC09-8354-6A1A8A01EB33}"/>
              </a:ext>
            </a:extLst>
          </p:cNvPr>
          <p:cNvCxnSpPr>
            <a:stCxn id="5" idx="0"/>
            <a:endCxn id="5" idx="0"/>
          </p:cNvCxnSpPr>
          <p:nvPr/>
        </p:nvCxnSpPr>
        <p:spPr>
          <a:xfrm flipH="1">
            <a:off x="6348701" y="1618901"/>
            <a:ext cx="469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B897A17-C11A-8F4A-0E3A-FD39B7DD03BC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6008125" y="1231553"/>
            <a:ext cx="345269" cy="3873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6AF09A7-E864-7FF6-9F4D-407B7BCA604A}"/>
                  </a:ext>
                </a:extLst>
              </p:cNvPr>
              <p:cNvSpPr txBox="1"/>
              <p:nvPr/>
            </p:nvSpPr>
            <p:spPr>
              <a:xfrm>
                <a:off x="5618343" y="1357353"/>
                <a:ext cx="66294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6AF09A7-E864-7FF6-9F4D-407B7BCA60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8343" y="1357353"/>
                <a:ext cx="662940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AE4B529-9A5A-5098-A973-DD945F8B69C3}"/>
                  </a:ext>
                </a:extLst>
              </p:cNvPr>
              <p:cNvSpPr txBox="1"/>
              <p:nvPr/>
            </p:nvSpPr>
            <p:spPr>
              <a:xfrm>
                <a:off x="6254440" y="1170675"/>
                <a:ext cx="74405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GB" sz="240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AE4B529-9A5A-5098-A973-DD945F8B69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4440" y="1170675"/>
                <a:ext cx="744050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24687D0-74CB-83CA-85C0-5E4F17E2ECB1}"/>
              </a:ext>
            </a:extLst>
          </p:cNvPr>
          <p:cNvCxnSpPr>
            <a:cxnSpLocks/>
          </p:cNvCxnSpPr>
          <p:nvPr/>
        </p:nvCxnSpPr>
        <p:spPr>
          <a:xfrm>
            <a:off x="796785" y="5624283"/>
            <a:ext cx="345269" cy="3873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32774F9-708A-2311-6136-AD57F510172F}"/>
                  </a:ext>
                </a:extLst>
              </p:cNvPr>
              <p:cNvSpPr txBox="1"/>
              <p:nvPr/>
            </p:nvSpPr>
            <p:spPr>
              <a:xfrm>
                <a:off x="820344" y="5356292"/>
                <a:ext cx="66294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32774F9-708A-2311-6136-AD57F51017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344" y="5356292"/>
                <a:ext cx="662940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034D393-FFB3-DF30-6F20-A6A4D603A862}"/>
              </a:ext>
            </a:extLst>
          </p:cNvPr>
          <p:cNvCxnSpPr>
            <a:cxnSpLocks/>
          </p:cNvCxnSpPr>
          <p:nvPr/>
        </p:nvCxnSpPr>
        <p:spPr>
          <a:xfrm>
            <a:off x="369656" y="5950925"/>
            <a:ext cx="806423" cy="3173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0A8F9D9-6ED5-8B1E-428F-4533EFB7316F}"/>
                  </a:ext>
                </a:extLst>
              </p:cNvPr>
              <p:cNvSpPr txBox="1"/>
              <p:nvPr/>
            </p:nvSpPr>
            <p:spPr>
              <a:xfrm>
                <a:off x="1734744" y="5373039"/>
                <a:ext cx="389081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0A8F9D9-6ED5-8B1E-428F-4533EFB731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4744" y="5373039"/>
                <a:ext cx="389081" cy="55399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Partial Circle 35">
            <a:extLst>
              <a:ext uri="{FF2B5EF4-FFF2-40B4-BE49-F238E27FC236}">
                <a16:creationId xmlns:a16="http://schemas.microsoft.com/office/drawing/2014/main" id="{BF08F26A-05F4-EBC4-A42A-6CE8E3B4C1CA}"/>
              </a:ext>
            </a:extLst>
          </p:cNvPr>
          <p:cNvSpPr/>
          <p:nvPr/>
        </p:nvSpPr>
        <p:spPr>
          <a:xfrm rot="16200000">
            <a:off x="694614" y="5524152"/>
            <a:ext cx="914400" cy="914400"/>
          </a:xfrm>
          <a:prstGeom prst="pie">
            <a:avLst>
              <a:gd name="adj1" fmla="val 3032825"/>
              <a:gd name="adj2" fmla="val 5395119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192AE90-6BAB-0C62-0CA8-CDCAFB109F02}"/>
                  </a:ext>
                </a:extLst>
              </p:cNvPr>
              <p:cNvSpPr txBox="1"/>
              <p:nvPr/>
            </p:nvSpPr>
            <p:spPr>
              <a:xfrm>
                <a:off x="6063345" y="291520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192AE90-6BAB-0C62-0CA8-CDCAFB109F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3345" y="291520"/>
                <a:ext cx="931986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095168E-C45D-0E59-DEA9-D14C784F06F9}"/>
                  </a:ext>
                </a:extLst>
              </p:cNvPr>
              <p:cNvSpPr txBox="1"/>
              <p:nvPr/>
            </p:nvSpPr>
            <p:spPr>
              <a:xfrm>
                <a:off x="-111642" y="4816266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095168E-C45D-0E59-DEA9-D14C784F06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11642" y="4816266"/>
                <a:ext cx="931986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E7AD1239-4DCF-7A75-6404-04F575E09063}"/>
                  </a:ext>
                </a:extLst>
              </p:cNvPr>
              <p:cNvSpPr txBox="1"/>
              <p:nvPr/>
            </p:nvSpPr>
            <p:spPr>
              <a:xfrm>
                <a:off x="259526" y="6002623"/>
                <a:ext cx="82305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m:rPr>
                              <m:sty m:val="p"/>
                            </m:rPr>
                            <a:rPr lang="en-GB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E7AD1239-4DCF-7A75-6404-04F575E090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526" y="6002623"/>
                <a:ext cx="823058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B937B32-7DED-07E0-AFBB-93532226E5AF}"/>
                  </a:ext>
                </a:extLst>
              </p:cNvPr>
              <p:cNvSpPr txBox="1"/>
              <p:nvPr/>
            </p:nvSpPr>
            <p:spPr>
              <a:xfrm>
                <a:off x="6538042" y="2532643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B937B32-7DED-07E0-AFBB-93532226E5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8042" y="2532643"/>
                <a:ext cx="962571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3ED3618-6DAD-BA92-4295-27AFA5E5B0C0}"/>
                  </a:ext>
                </a:extLst>
              </p:cNvPr>
              <p:cNvSpPr txBox="1"/>
              <p:nvPr/>
            </p:nvSpPr>
            <p:spPr>
              <a:xfrm>
                <a:off x="1267184" y="6332708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3ED3618-6DAD-BA92-4295-27AFA5E5B0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7184" y="6332708"/>
                <a:ext cx="962571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581484E-481F-40CC-C9ED-B10BFBDF983B}"/>
              </a:ext>
            </a:extLst>
          </p:cNvPr>
          <p:cNvCxnSpPr/>
          <p:nvPr/>
        </p:nvCxnSpPr>
        <p:spPr>
          <a:xfrm>
            <a:off x="369656" y="5373039"/>
            <a:ext cx="0" cy="44491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C48DA6F2-68CF-2E62-990C-67453F1849DA}"/>
              </a:ext>
            </a:extLst>
          </p:cNvPr>
          <p:cNvCxnSpPr>
            <a:cxnSpLocks/>
          </p:cNvCxnSpPr>
          <p:nvPr/>
        </p:nvCxnSpPr>
        <p:spPr>
          <a:xfrm flipH="1" flipV="1">
            <a:off x="1176079" y="6111762"/>
            <a:ext cx="182210" cy="26963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E7F2BAC2-1E2F-D8EB-6875-D9482BEE32E6}"/>
              </a:ext>
            </a:extLst>
          </p:cNvPr>
          <p:cNvCxnSpPr>
            <a:cxnSpLocks/>
          </p:cNvCxnSpPr>
          <p:nvPr/>
        </p:nvCxnSpPr>
        <p:spPr>
          <a:xfrm flipH="1" flipV="1">
            <a:off x="6429707" y="1769003"/>
            <a:ext cx="334583" cy="71826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E863349-0A09-8C25-B4E6-3F80B4DBF64E}"/>
              </a:ext>
            </a:extLst>
          </p:cNvPr>
          <p:cNvCxnSpPr>
            <a:cxnSpLocks/>
          </p:cNvCxnSpPr>
          <p:nvPr/>
        </p:nvCxnSpPr>
        <p:spPr>
          <a:xfrm flipH="1" flipV="1">
            <a:off x="6348701" y="908387"/>
            <a:ext cx="5789985" cy="50729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5D9DD9E-2189-C10A-B520-670B6DB0A6CB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11563638" y="5981351"/>
            <a:ext cx="575048" cy="1801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5DC46CB-6D5F-2DBF-4FFF-80FB96A9FCF5}"/>
                  </a:ext>
                </a:extLst>
              </p:cNvPr>
              <p:cNvSpPr txBox="1"/>
              <p:nvPr/>
            </p:nvSpPr>
            <p:spPr>
              <a:xfrm>
                <a:off x="11497386" y="5999367"/>
                <a:ext cx="82305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m:rPr>
                              <m:sty m:val="p"/>
                            </m:rPr>
                            <a:rPr lang="en-GB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5DC46CB-6D5F-2DBF-4FFF-80FB96A9FC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97386" y="5999367"/>
                <a:ext cx="823058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18E0CE6-2545-B527-466E-AD81F0B58804}"/>
                  </a:ext>
                </a:extLst>
              </p:cNvPr>
              <p:cNvSpPr txBox="1"/>
              <p:nvPr/>
            </p:nvSpPr>
            <p:spPr>
              <a:xfrm>
                <a:off x="10969903" y="6294260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18E0CE6-2545-B527-466E-AD81F0B588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69903" y="6294260"/>
                <a:ext cx="962571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D908EB4-CE93-BAEB-14AB-2A022D0D8118}"/>
              </a:ext>
            </a:extLst>
          </p:cNvPr>
          <p:cNvCxnSpPr>
            <a:cxnSpLocks/>
          </p:cNvCxnSpPr>
          <p:nvPr/>
        </p:nvCxnSpPr>
        <p:spPr>
          <a:xfrm flipV="1">
            <a:off x="11061008" y="6058233"/>
            <a:ext cx="436378" cy="28471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B52F427E-1436-1A6E-C135-A4D725863903}"/>
                  </a:ext>
                </a:extLst>
              </p:cNvPr>
              <p:cNvSpPr txBox="1"/>
              <p:nvPr/>
            </p:nvSpPr>
            <p:spPr>
              <a:xfrm>
                <a:off x="11323899" y="4756172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B52F427E-1436-1A6E-C135-A4D7258639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23899" y="4756172"/>
                <a:ext cx="931986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D161BC9-C871-9D28-A8DE-1D132371E9FF}"/>
              </a:ext>
            </a:extLst>
          </p:cNvPr>
          <p:cNvCxnSpPr/>
          <p:nvPr/>
        </p:nvCxnSpPr>
        <p:spPr>
          <a:xfrm>
            <a:off x="12054696" y="5373039"/>
            <a:ext cx="0" cy="44491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58620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044F4-B02E-A89B-B6E1-AC5CED615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573E0A1-6FB2-A5F5-A6AC-2851CFD0F274}"/>
              </a:ext>
            </a:extLst>
          </p:cNvPr>
          <p:cNvSpPr/>
          <p:nvPr/>
        </p:nvSpPr>
        <p:spPr>
          <a:xfrm>
            <a:off x="9804965" y="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BA5DDB67-215E-EEF5-90C5-94AC8174D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04964" y="7278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1.3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40E95BC4-EA12-23BC-45A6-68AA8962BE88}"/>
                  </a:ext>
                </a:extLst>
              </p:cNvPr>
              <p:cNvSpPr txBox="1"/>
              <p:nvPr/>
            </p:nvSpPr>
            <p:spPr>
              <a:xfrm>
                <a:off x="815957" y="3698261"/>
                <a:ext cx="8646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40E95BC4-EA12-23BC-45A6-68AA8962BE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957" y="3698261"/>
                <a:ext cx="864660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B0C6CFE9-76B6-346B-9900-DA4B55482213}"/>
                  </a:ext>
                </a:extLst>
              </p:cNvPr>
              <p:cNvSpPr txBox="1"/>
              <p:nvPr/>
            </p:nvSpPr>
            <p:spPr>
              <a:xfrm>
                <a:off x="1018742" y="2522126"/>
                <a:ext cx="87748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B0C6CFE9-76B6-346B-9900-DA4B554822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742" y="2522126"/>
                <a:ext cx="877484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307AC9EA-2BB9-49C6-2CC4-C07DDDDA354A}"/>
              </a:ext>
            </a:extLst>
          </p:cNvPr>
          <p:cNvCxnSpPr>
            <a:cxnSpLocks/>
            <a:stCxn id="63" idx="2"/>
          </p:cNvCxnSpPr>
          <p:nvPr/>
        </p:nvCxnSpPr>
        <p:spPr>
          <a:xfrm>
            <a:off x="1457484" y="3045346"/>
            <a:ext cx="169412" cy="28157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094A3DE0-5EC6-EAED-25FF-973C33308A59}"/>
              </a:ext>
            </a:extLst>
          </p:cNvPr>
          <p:cNvCxnSpPr>
            <a:cxnSpLocks/>
          </p:cNvCxnSpPr>
          <p:nvPr/>
        </p:nvCxnSpPr>
        <p:spPr>
          <a:xfrm flipV="1">
            <a:off x="1274850" y="3517396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91419FCE-A941-2984-C20E-69B503BF2289}"/>
                  </a:ext>
                </a:extLst>
              </p:cNvPr>
              <p:cNvSpPr txBox="1"/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91419FCE-A941-2984-C20E-69B503BF22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7D3BF2CA-1955-8A16-8EED-7BB22DA37F51}"/>
              </a:ext>
            </a:extLst>
          </p:cNvPr>
          <p:cNvCxnSpPr>
            <a:cxnSpLocks/>
          </p:cNvCxnSpPr>
          <p:nvPr/>
        </p:nvCxnSpPr>
        <p:spPr>
          <a:xfrm flipH="1">
            <a:off x="9642820" y="2757537"/>
            <a:ext cx="308590" cy="316099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E4044601-E78F-438B-5001-4886577DFA5A}"/>
                  </a:ext>
                </a:extLst>
              </p:cNvPr>
              <p:cNvSpPr txBox="1"/>
              <p:nvPr/>
            </p:nvSpPr>
            <p:spPr>
              <a:xfrm>
                <a:off x="9804965" y="4080073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E4044601-E78F-438B-5001-4886577DFA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4965" y="4080073"/>
                <a:ext cx="931986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E39C1088-EB89-A795-5118-9EE755D09687}"/>
                  </a:ext>
                </a:extLst>
              </p:cNvPr>
              <p:cNvSpPr txBox="1"/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E39C1088-EB89-A795-5118-9EE755D096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D4459A56-534B-D59E-EA58-D7400D0DFE42}"/>
                  </a:ext>
                </a:extLst>
              </p:cNvPr>
              <p:cNvSpPr txBox="1"/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D4459A56-534B-D59E-EA58-D7400D0DFE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11850A5A-666D-710B-2E6A-155BB57B58D4}"/>
                  </a:ext>
                </a:extLst>
              </p:cNvPr>
              <p:cNvSpPr txBox="1"/>
              <p:nvPr/>
            </p:nvSpPr>
            <p:spPr>
              <a:xfrm>
                <a:off x="5606429" y="423584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11850A5A-666D-710B-2E6A-155BB57B58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6429" y="423584"/>
                <a:ext cx="931986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9" name="Group 88">
            <a:extLst>
              <a:ext uri="{FF2B5EF4-FFF2-40B4-BE49-F238E27FC236}">
                <a16:creationId xmlns:a16="http://schemas.microsoft.com/office/drawing/2014/main" id="{8513ED80-9768-5F3F-8C03-A449D78A0B94}"/>
              </a:ext>
            </a:extLst>
          </p:cNvPr>
          <p:cNvGrpSpPr/>
          <p:nvPr/>
        </p:nvGrpSpPr>
        <p:grpSpPr>
          <a:xfrm>
            <a:off x="5569182" y="3143649"/>
            <a:ext cx="1255894" cy="523220"/>
            <a:chOff x="5372824" y="4174268"/>
            <a:chExt cx="734184" cy="52322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F873AF06-FCBF-5AFB-E580-670E18F9AB58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6A986EE-DE76-D8E3-1E1E-7426F9D7C261}"/>
                    </a:ext>
                  </a:extLst>
                </p:cNvPr>
                <p:cNvSpPr txBox="1"/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6A986EE-DE76-D8E3-1E1E-7426F9D7C2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blipFill>
                  <a:blip r:embed="rId10"/>
                  <a:stretch>
                    <a:fillRect l="-5340" t="-12791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6CC33C25-0DB3-B70A-4C3A-5C4544AA029A}"/>
                  </a:ext>
                </a:extLst>
              </p:cNvPr>
              <p:cNvSpPr txBox="1"/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6CC33C25-0DB3-B70A-4C3A-5C4544AA02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F5501324-9170-7AB4-4B49-09E40527897F}"/>
                  </a:ext>
                </a:extLst>
              </p:cNvPr>
              <p:cNvSpPr txBox="1"/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F5501324-9170-7AB4-4B49-09E4052789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B3FBB2BD-18E6-5DFF-42C2-45CA8B09FCA6}"/>
              </a:ext>
            </a:extLst>
          </p:cNvPr>
          <p:cNvCxnSpPr>
            <a:cxnSpLocks/>
          </p:cNvCxnSpPr>
          <p:nvPr/>
        </p:nvCxnSpPr>
        <p:spPr>
          <a:xfrm flipH="1">
            <a:off x="2589445" y="1033398"/>
            <a:ext cx="3807658" cy="2102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BA5CAD8-6DF1-8C34-C958-3150694B7187}"/>
              </a:ext>
            </a:extLst>
          </p:cNvPr>
          <p:cNvCxnSpPr>
            <a:cxnSpLocks/>
          </p:cNvCxnSpPr>
          <p:nvPr/>
        </p:nvCxnSpPr>
        <p:spPr>
          <a:xfrm flipH="1" flipV="1">
            <a:off x="2386945" y="3637348"/>
            <a:ext cx="3726350" cy="24399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1CFA6A9-F8F6-9801-DCB1-9B87E5FC9856}"/>
              </a:ext>
            </a:extLst>
          </p:cNvPr>
          <p:cNvCxnSpPr>
            <a:cxnSpLocks/>
          </p:cNvCxnSpPr>
          <p:nvPr/>
        </p:nvCxnSpPr>
        <p:spPr>
          <a:xfrm flipV="1">
            <a:off x="1701800" y="3116798"/>
            <a:ext cx="918381" cy="2432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ADD48331-F0DA-7605-5E36-483E321768F3}"/>
              </a:ext>
            </a:extLst>
          </p:cNvPr>
          <p:cNvCxnSpPr>
            <a:cxnSpLocks/>
          </p:cNvCxnSpPr>
          <p:nvPr/>
        </p:nvCxnSpPr>
        <p:spPr>
          <a:xfrm>
            <a:off x="1701800" y="3429000"/>
            <a:ext cx="685145" cy="2083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1074F10-D25F-CCF9-D4D1-E27EA289268F}"/>
              </a:ext>
            </a:extLst>
          </p:cNvPr>
          <p:cNvCxnSpPr>
            <a:cxnSpLocks/>
          </p:cNvCxnSpPr>
          <p:nvPr/>
        </p:nvCxnSpPr>
        <p:spPr>
          <a:xfrm>
            <a:off x="3170238" y="3116798"/>
            <a:ext cx="5970454" cy="130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6F41F953-ABCA-13B6-1DA7-9750B55E414C}"/>
              </a:ext>
            </a:extLst>
          </p:cNvPr>
          <p:cNvCxnSpPr>
            <a:cxnSpLocks/>
          </p:cNvCxnSpPr>
          <p:nvPr/>
        </p:nvCxnSpPr>
        <p:spPr>
          <a:xfrm>
            <a:off x="3004152" y="3637348"/>
            <a:ext cx="6136540" cy="328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BCC6DCB-8A97-7172-B059-93F35D5D12E4}"/>
              </a:ext>
            </a:extLst>
          </p:cNvPr>
          <p:cNvCxnSpPr>
            <a:cxnSpLocks/>
          </p:cNvCxnSpPr>
          <p:nvPr/>
        </p:nvCxnSpPr>
        <p:spPr>
          <a:xfrm flipH="1">
            <a:off x="3117614" y="1402730"/>
            <a:ext cx="3277367" cy="172710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0D73CAD-6CEB-393B-6544-7D808D87DF37}"/>
              </a:ext>
            </a:extLst>
          </p:cNvPr>
          <p:cNvCxnSpPr>
            <a:cxnSpLocks/>
          </p:cNvCxnSpPr>
          <p:nvPr/>
        </p:nvCxnSpPr>
        <p:spPr>
          <a:xfrm flipH="1" flipV="1">
            <a:off x="3004152" y="3640229"/>
            <a:ext cx="3091848" cy="20137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6726F670-D938-CE58-62FD-CF61B87BB1B4}"/>
              </a:ext>
            </a:extLst>
          </p:cNvPr>
          <p:cNvCxnSpPr>
            <a:cxnSpLocks/>
          </p:cNvCxnSpPr>
          <p:nvPr/>
        </p:nvCxnSpPr>
        <p:spPr>
          <a:xfrm>
            <a:off x="6397103" y="1393080"/>
            <a:ext cx="2743589" cy="17206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D1630813-1C57-7022-73C7-87A6C0502F65}"/>
              </a:ext>
            </a:extLst>
          </p:cNvPr>
          <p:cNvCxnSpPr>
            <a:cxnSpLocks/>
          </p:cNvCxnSpPr>
          <p:nvPr/>
        </p:nvCxnSpPr>
        <p:spPr>
          <a:xfrm>
            <a:off x="6397031" y="1013458"/>
            <a:ext cx="3205524" cy="210029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151AFF5D-2C3F-9808-8EE0-E3F184ADD6ED}"/>
              </a:ext>
            </a:extLst>
          </p:cNvPr>
          <p:cNvCxnSpPr>
            <a:cxnSpLocks/>
          </p:cNvCxnSpPr>
          <p:nvPr/>
        </p:nvCxnSpPr>
        <p:spPr>
          <a:xfrm flipV="1">
            <a:off x="6096000" y="3682508"/>
            <a:ext cx="3044692" cy="19714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1F67A805-6C8E-37C1-6C0B-100F8A044134}"/>
              </a:ext>
            </a:extLst>
          </p:cNvPr>
          <p:cNvCxnSpPr>
            <a:cxnSpLocks/>
          </p:cNvCxnSpPr>
          <p:nvPr/>
        </p:nvCxnSpPr>
        <p:spPr>
          <a:xfrm flipV="1">
            <a:off x="6113295" y="3664572"/>
            <a:ext cx="3652594" cy="24126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E5E78C3C-3C5B-B01F-C4DA-B3E647AC7C8D}"/>
              </a:ext>
            </a:extLst>
          </p:cNvPr>
          <p:cNvGrpSpPr/>
          <p:nvPr/>
        </p:nvGrpSpPr>
        <p:grpSpPr>
          <a:xfrm>
            <a:off x="4129280" y="1204017"/>
            <a:ext cx="1255894" cy="523220"/>
            <a:chOff x="5372824" y="4250468"/>
            <a:chExt cx="734184" cy="52322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2C98D7E6-08A1-8889-12CF-126D27B591C2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F5810265-B488-ED8F-621B-EAEB445B72EA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GB" sz="280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F5810265-B488-ED8F-621B-EAEB445B72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3"/>
                  <a:stretch>
                    <a:fillRect l="-4854" t="-12941" b="-329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502E8F0D-57B8-C000-5D6C-EA4BFB4D0002}"/>
              </a:ext>
            </a:extLst>
          </p:cNvPr>
          <p:cNvGrpSpPr/>
          <p:nvPr/>
        </p:nvGrpSpPr>
        <p:grpSpPr>
          <a:xfrm>
            <a:off x="3501333" y="5137162"/>
            <a:ext cx="1255894" cy="523220"/>
            <a:chOff x="5372824" y="4250468"/>
            <a:chExt cx="734184" cy="52322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DB770B25-325E-BE8E-A8DB-702FD4752D8F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9A12650B-C192-F2A9-A2CC-B335B8DF1E05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800" b="1" i="1" dirty="0" smtClean="0">
                          <a:latin typeface="Cambria Math" panose="02040503050406030204" pitchFamily="18" charset="0"/>
                        </a:rPr>
                        <m:t>𝟑</m:t>
                      </m:r>
                    </m:oMath>
                  </a14:m>
                  <a:endParaRPr lang="en-DE" sz="2800" b="1" dirty="0"/>
                </a:p>
              </p:txBody>
            </p:sp>
          </mc:Choice>
          <mc:Fallback xmlns="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9A12650B-C192-F2A9-A2CC-B335B8DF1E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4"/>
                  <a:stretch>
                    <a:fillRect l="-7282" t="-12791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C6DF75BA-C4FB-3275-95AE-8394CB06EA8D}"/>
                  </a:ext>
                </a:extLst>
              </p:cNvPr>
              <p:cNvSpPr txBox="1"/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C6DF75BA-C4FB-3275-95AE-8394CB06EA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068F1157-053A-6D98-8C13-04D3949974A1}"/>
                  </a:ext>
                </a:extLst>
              </p:cNvPr>
              <p:cNvSpPr txBox="1"/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068F1157-053A-6D98-8C13-04D3949974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85623737-7D48-7EC3-D7F9-AAD1F38AA9C2}"/>
              </a:ext>
            </a:extLst>
          </p:cNvPr>
          <p:cNvCxnSpPr>
            <a:cxnSpLocks/>
          </p:cNvCxnSpPr>
          <p:nvPr/>
        </p:nvCxnSpPr>
        <p:spPr>
          <a:xfrm>
            <a:off x="2620181" y="3107285"/>
            <a:ext cx="643601" cy="886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7F844EF9-83C0-90E6-CA40-ACB7E6269727}"/>
              </a:ext>
            </a:extLst>
          </p:cNvPr>
          <p:cNvCxnSpPr>
            <a:cxnSpLocks/>
          </p:cNvCxnSpPr>
          <p:nvPr/>
        </p:nvCxnSpPr>
        <p:spPr>
          <a:xfrm>
            <a:off x="2279520" y="2409968"/>
            <a:ext cx="357974" cy="65117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67122657-F62A-0AA1-FB5F-55BF2A131688}"/>
              </a:ext>
            </a:extLst>
          </p:cNvPr>
          <p:cNvCxnSpPr>
            <a:cxnSpLocks/>
          </p:cNvCxnSpPr>
          <p:nvPr/>
        </p:nvCxnSpPr>
        <p:spPr>
          <a:xfrm flipH="1">
            <a:off x="3333381" y="2940823"/>
            <a:ext cx="476671" cy="13281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01445601-3CFD-C6D1-30BA-B9C76F95BCE1}"/>
                  </a:ext>
                </a:extLst>
              </p:cNvPr>
              <p:cNvSpPr txBox="1"/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01445601-3CFD-C6D1-30BA-B9C76F95BC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8E7292CC-7AAE-FC3A-88CE-1021A6D5F36A}"/>
                  </a:ext>
                </a:extLst>
              </p:cNvPr>
              <p:cNvSpPr txBox="1"/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8E7292CC-7AAE-FC3A-88CE-1021A6D5F3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C4260F7B-10C3-BE0D-3AAB-928AC688F367}"/>
                  </a:ext>
                </a:extLst>
              </p:cNvPr>
              <p:cNvSpPr txBox="1"/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C4260F7B-10C3-BE0D-3AAB-928AC688F3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B17C42F-678B-D02A-8FB3-80F1D4E453E4}"/>
              </a:ext>
            </a:extLst>
          </p:cNvPr>
          <p:cNvCxnSpPr>
            <a:cxnSpLocks/>
          </p:cNvCxnSpPr>
          <p:nvPr/>
        </p:nvCxnSpPr>
        <p:spPr>
          <a:xfrm>
            <a:off x="2449513" y="3639613"/>
            <a:ext cx="65745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2246ACA-94D5-B85A-6618-F8B526740CB0}"/>
              </a:ext>
            </a:extLst>
          </p:cNvPr>
          <p:cNvCxnSpPr>
            <a:cxnSpLocks/>
          </p:cNvCxnSpPr>
          <p:nvPr/>
        </p:nvCxnSpPr>
        <p:spPr>
          <a:xfrm flipV="1">
            <a:off x="2083664" y="3664572"/>
            <a:ext cx="315243" cy="67505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E609AE6-F470-4D3D-58F7-FE7C72EC0058}"/>
                  </a:ext>
                </a:extLst>
              </p:cNvPr>
              <p:cNvSpPr txBox="1"/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E609AE6-F470-4D3D-58F7-FE7C72EC00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71BA3A9-37E0-E956-BDA3-74090D0F60C8}"/>
              </a:ext>
            </a:extLst>
          </p:cNvPr>
          <p:cNvCxnSpPr>
            <a:cxnSpLocks/>
            <a:stCxn id="80" idx="1"/>
          </p:cNvCxnSpPr>
          <p:nvPr/>
        </p:nvCxnSpPr>
        <p:spPr>
          <a:xfrm flipH="1" flipV="1">
            <a:off x="3284142" y="3691417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BE5ACE5-D334-16F7-6460-88730EE114AC}"/>
                  </a:ext>
                </a:extLst>
              </p:cNvPr>
              <p:cNvSpPr txBox="1"/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BE5ACE5-D334-16F7-6460-88730EE114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754706F-797B-84F4-D1D9-2CF4A503DF6A}"/>
              </a:ext>
            </a:extLst>
          </p:cNvPr>
          <p:cNvCxnSpPr>
            <a:cxnSpLocks/>
          </p:cNvCxnSpPr>
          <p:nvPr/>
        </p:nvCxnSpPr>
        <p:spPr>
          <a:xfrm flipH="1" flipV="1">
            <a:off x="9749119" y="3688994"/>
            <a:ext cx="243080" cy="310092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94B8469-50EC-9221-91C3-76F1192D0D86}"/>
              </a:ext>
            </a:extLst>
          </p:cNvPr>
          <p:cNvCxnSpPr>
            <a:cxnSpLocks/>
          </p:cNvCxnSpPr>
          <p:nvPr/>
        </p:nvCxnSpPr>
        <p:spPr>
          <a:xfrm flipV="1">
            <a:off x="9623942" y="3111715"/>
            <a:ext cx="701335" cy="86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9092002-6125-0D7E-1AD5-A6DDA50351BC}"/>
              </a:ext>
            </a:extLst>
          </p:cNvPr>
          <p:cNvCxnSpPr>
            <a:cxnSpLocks/>
          </p:cNvCxnSpPr>
          <p:nvPr/>
        </p:nvCxnSpPr>
        <p:spPr>
          <a:xfrm flipV="1">
            <a:off x="9710663" y="3671208"/>
            <a:ext cx="614614" cy="54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3585923-92AC-5DC0-0BFF-0276E82B87A1}"/>
              </a:ext>
            </a:extLst>
          </p:cNvPr>
          <p:cNvCxnSpPr>
            <a:cxnSpLocks/>
          </p:cNvCxnSpPr>
          <p:nvPr/>
        </p:nvCxnSpPr>
        <p:spPr>
          <a:xfrm flipV="1">
            <a:off x="8475941" y="370717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5CA69FA-0602-A1CF-2749-53A585A8AB88}"/>
              </a:ext>
            </a:extLst>
          </p:cNvPr>
          <p:cNvCxnSpPr>
            <a:cxnSpLocks/>
          </p:cNvCxnSpPr>
          <p:nvPr/>
        </p:nvCxnSpPr>
        <p:spPr>
          <a:xfrm>
            <a:off x="8461046" y="280703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4994DD4-00FB-8741-C797-016177379493}"/>
              </a:ext>
            </a:extLst>
          </p:cNvPr>
          <p:cNvCxnSpPr>
            <a:cxnSpLocks/>
          </p:cNvCxnSpPr>
          <p:nvPr/>
        </p:nvCxnSpPr>
        <p:spPr>
          <a:xfrm>
            <a:off x="1701800" y="3351846"/>
            <a:ext cx="0" cy="731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F4647789-0348-C69B-C854-63D8D8B931BC}"/>
              </a:ext>
            </a:extLst>
          </p:cNvPr>
          <p:cNvCxnSpPr>
            <a:cxnSpLocks/>
          </p:cNvCxnSpPr>
          <p:nvPr/>
        </p:nvCxnSpPr>
        <p:spPr>
          <a:xfrm>
            <a:off x="3004152" y="2938276"/>
            <a:ext cx="133671" cy="16362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3C14B3E-D7F2-F400-8E56-326FECC6DD9E}"/>
              </a:ext>
            </a:extLst>
          </p:cNvPr>
          <p:cNvCxnSpPr>
            <a:cxnSpLocks/>
          </p:cNvCxnSpPr>
          <p:nvPr/>
        </p:nvCxnSpPr>
        <p:spPr>
          <a:xfrm>
            <a:off x="9157987" y="3707169"/>
            <a:ext cx="215567" cy="2137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FABDFD1-ED3C-5CAF-16E1-7E9C6D351AE4}"/>
              </a:ext>
            </a:extLst>
          </p:cNvPr>
          <p:cNvCxnSpPr>
            <a:cxnSpLocks/>
          </p:cNvCxnSpPr>
          <p:nvPr/>
        </p:nvCxnSpPr>
        <p:spPr>
          <a:xfrm flipH="1">
            <a:off x="2781394" y="3629659"/>
            <a:ext cx="222758" cy="23395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15026EF-157F-4792-FC59-64D4BDA2F987}"/>
              </a:ext>
            </a:extLst>
          </p:cNvPr>
          <p:cNvCxnSpPr>
            <a:cxnSpLocks/>
          </p:cNvCxnSpPr>
          <p:nvPr/>
        </p:nvCxnSpPr>
        <p:spPr>
          <a:xfrm flipH="1">
            <a:off x="9140692" y="2940823"/>
            <a:ext cx="193860" cy="17956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402C88B-0446-EF35-5BF6-62B92C104B14}"/>
              </a:ext>
            </a:extLst>
          </p:cNvPr>
          <p:cNvCxnSpPr>
            <a:cxnSpLocks/>
          </p:cNvCxnSpPr>
          <p:nvPr/>
        </p:nvCxnSpPr>
        <p:spPr>
          <a:xfrm flipV="1">
            <a:off x="2789502" y="3950604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C31E14E-D0F3-5C4F-405F-10309E126BEF}"/>
              </a:ext>
            </a:extLst>
          </p:cNvPr>
          <p:cNvCxnSpPr>
            <a:cxnSpLocks/>
          </p:cNvCxnSpPr>
          <p:nvPr/>
        </p:nvCxnSpPr>
        <p:spPr>
          <a:xfrm>
            <a:off x="3004152" y="2067375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1D8E6F1-457D-67BC-F4A9-AC99B7A64CA7}"/>
              </a:ext>
            </a:extLst>
          </p:cNvPr>
          <p:cNvCxnSpPr>
            <a:cxnSpLocks/>
          </p:cNvCxnSpPr>
          <p:nvPr/>
        </p:nvCxnSpPr>
        <p:spPr>
          <a:xfrm flipH="1">
            <a:off x="9336549" y="2347065"/>
            <a:ext cx="182011" cy="56553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CCCCB14-25FC-5AB7-4328-8D74170C1C7B}"/>
              </a:ext>
            </a:extLst>
          </p:cNvPr>
          <p:cNvCxnSpPr>
            <a:cxnSpLocks/>
          </p:cNvCxnSpPr>
          <p:nvPr/>
        </p:nvCxnSpPr>
        <p:spPr>
          <a:xfrm flipV="1">
            <a:off x="9376429" y="4095130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062BAFA-3BE5-43C5-8BFE-2E602BE4BF59}"/>
                  </a:ext>
                </a:extLst>
              </p:cNvPr>
              <p:cNvSpPr txBox="1"/>
              <p:nvPr/>
            </p:nvSpPr>
            <p:spPr>
              <a:xfrm>
                <a:off x="8976424" y="1740565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062BAFA-3BE5-43C5-8BFE-2E602BE4BF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6424" y="1740565"/>
                <a:ext cx="1084271" cy="52322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34219AA-F6C9-30DA-282E-E09C079598E1}"/>
                  </a:ext>
                </a:extLst>
              </p:cNvPr>
              <p:cNvSpPr txBox="1"/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34219AA-F6C9-30DA-282E-E09C079598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DC7382F3-BEEF-05A3-9C87-411D92471F62}"/>
                  </a:ext>
                </a:extLst>
              </p:cNvPr>
              <p:cNvSpPr txBox="1"/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DC7382F3-BEEF-05A3-9C87-411D92471F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9054BAC-BD5B-04A6-53B8-D6354A4C8EA1}"/>
                  </a:ext>
                </a:extLst>
              </p:cNvPr>
              <p:cNvSpPr txBox="1"/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9054BAC-BD5B-04A6-53B8-D6354A4C8E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7B5FB9B-A240-BAE6-7397-82FC7037084B}"/>
              </a:ext>
            </a:extLst>
          </p:cNvPr>
          <p:cNvCxnSpPr>
            <a:cxnSpLocks/>
          </p:cNvCxnSpPr>
          <p:nvPr/>
        </p:nvCxnSpPr>
        <p:spPr>
          <a:xfrm flipV="1">
            <a:off x="2500677" y="3392455"/>
            <a:ext cx="7101878" cy="5549"/>
          </a:xfrm>
          <a:prstGeom prst="line">
            <a:avLst/>
          </a:prstGeom>
          <a:ln>
            <a:solidFill>
              <a:schemeClr val="tx1"/>
            </a:solidFill>
            <a:prstDash val="dash"/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3253F96-82A4-A106-A159-B7A3709BDD63}"/>
              </a:ext>
            </a:extLst>
          </p:cNvPr>
          <p:cNvCxnSpPr>
            <a:cxnSpLocks/>
          </p:cNvCxnSpPr>
          <p:nvPr/>
        </p:nvCxnSpPr>
        <p:spPr>
          <a:xfrm>
            <a:off x="9091665" y="3664572"/>
            <a:ext cx="65745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3FD51F8-1624-73B8-4374-BD66D1FFD186}"/>
              </a:ext>
            </a:extLst>
          </p:cNvPr>
          <p:cNvCxnSpPr>
            <a:cxnSpLocks/>
          </p:cNvCxnSpPr>
          <p:nvPr/>
        </p:nvCxnSpPr>
        <p:spPr>
          <a:xfrm>
            <a:off x="9158573" y="3120390"/>
            <a:ext cx="465369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5281A1EE-183A-C71A-07FB-F838F17C16F2}"/>
              </a:ext>
            </a:extLst>
          </p:cNvPr>
          <p:cNvCxnSpPr>
            <a:cxnSpLocks/>
          </p:cNvCxnSpPr>
          <p:nvPr/>
        </p:nvCxnSpPr>
        <p:spPr>
          <a:xfrm>
            <a:off x="10325277" y="3114036"/>
            <a:ext cx="0" cy="5486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6C1A4B13-F3A9-B709-FC49-92421BE02339}"/>
              </a:ext>
            </a:extLst>
          </p:cNvPr>
          <p:cNvCxnSpPr>
            <a:cxnSpLocks/>
          </p:cNvCxnSpPr>
          <p:nvPr/>
        </p:nvCxnSpPr>
        <p:spPr>
          <a:xfrm>
            <a:off x="6600290" y="921768"/>
            <a:ext cx="3095660" cy="1990831"/>
          </a:xfrm>
          <a:prstGeom prst="line">
            <a:avLst/>
          </a:prstGeom>
          <a:ln>
            <a:solidFill>
              <a:schemeClr val="tx1"/>
            </a:solidFill>
            <a:prstDash val="dash"/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E1AE977-3276-4BFF-264F-6202A9A3E2BC}"/>
                  </a:ext>
                </a:extLst>
              </p:cNvPr>
              <p:cNvSpPr txBox="1"/>
              <p:nvPr/>
            </p:nvSpPr>
            <p:spPr>
              <a:xfrm>
                <a:off x="4862494" y="3078483"/>
                <a:ext cx="60805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E1AE977-3276-4BFF-264F-6202A9A3E2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2494" y="3078483"/>
                <a:ext cx="608051" cy="523220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05345180-61BF-A5B4-2A28-C77D05421B6A}"/>
                  </a:ext>
                </a:extLst>
              </p:cNvPr>
              <p:cNvSpPr txBox="1"/>
              <p:nvPr/>
            </p:nvSpPr>
            <p:spPr>
              <a:xfrm>
                <a:off x="7768897" y="1048448"/>
                <a:ext cx="99142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05345180-61BF-A5B4-2A28-C77D05421B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8897" y="1048448"/>
                <a:ext cx="991425" cy="523220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052F141-D3EE-C328-FE57-C027B4F1A5B6}"/>
                  </a:ext>
                </a:extLst>
              </p:cNvPr>
              <p:cNvSpPr txBox="1"/>
              <p:nvPr/>
            </p:nvSpPr>
            <p:spPr>
              <a:xfrm>
                <a:off x="10363399" y="2758478"/>
                <a:ext cx="105060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052F141-D3EE-C328-FE57-C027B4F1A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63399" y="2758478"/>
                <a:ext cx="1050609" cy="523220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F89EF76A-CB1F-C60F-01D8-9417D22F72F0}"/>
                  </a:ext>
                </a:extLst>
              </p:cNvPr>
              <p:cNvSpPr txBox="1"/>
              <p:nvPr/>
            </p:nvSpPr>
            <p:spPr>
              <a:xfrm>
                <a:off x="10393107" y="3533174"/>
                <a:ext cx="108119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bout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F89EF76A-CB1F-C60F-01D8-9417D22F72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93107" y="3533174"/>
                <a:ext cx="1081193" cy="523220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917037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F6029-DD50-5D63-1210-A5149AE33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3DB7ADE1-0F33-0A70-DF6D-F0B3971621E2}"/>
              </a:ext>
            </a:extLst>
          </p:cNvPr>
          <p:cNvSpPr/>
          <p:nvPr/>
        </p:nvSpPr>
        <p:spPr>
          <a:xfrm>
            <a:off x="9804965" y="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EB8C6A63-79C4-527F-E991-EE8A98A0A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04964" y="7278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37B42CB2-B8AA-CA0E-3B70-83098F7AFD80}"/>
              </a:ext>
            </a:extLst>
          </p:cNvPr>
          <p:cNvCxnSpPr>
            <a:cxnSpLocks/>
          </p:cNvCxnSpPr>
          <p:nvPr/>
        </p:nvCxnSpPr>
        <p:spPr>
          <a:xfrm flipV="1">
            <a:off x="2960673" y="1707546"/>
            <a:ext cx="2535366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F55A139D-9268-4FE2-C4C7-B988D9C7B05A}"/>
              </a:ext>
            </a:extLst>
          </p:cNvPr>
          <p:cNvCxnSpPr>
            <a:cxnSpLocks/>
          </p:cNvCxnSpPr>
          <p:nvPr/>
        </p:nvCxnSpPr>
        <p:spPr>
          <a:xfrm flipH="1" flipV="1">
            <a:off x="5496039" y="1707546"/>
            <a:ext cx="2504219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DC3D0EA3-6865-B418-8ED9-45525ECADAE7}"/>
              </a:ext>
            </a:extLst>
          </p:cNvPr>
          <p:cNvCxnSpPr>
            <a:cxnSpLocks/>
          </p:cNvCxnSpPr>
          <p:nvPr/>
        </p:nvCxnSpPr>
        <p:spPr>
          <a:xfrm flipH="1" flipV="1">
            <a:off x="2960673" y="3781125"/>
            <a:ext cx="5033355" cy="12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7BEECDA9-9C32-7DE2-9287-19B887A6DADB}"/>
                  </a:ext>
                </a:extLst>
              </p:cNvPr>
              <p:cNvSpPr txBox="1"/>
              <p:nvPr/>
            </p:nvSpPr>
            <p:spPr>
              <a:xfrm>
                <a:off x="5113220" y="3236786"/>
                <a:ext cx="54777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7BEECDA9-9C32-7DE2-9287-19B887A6DA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3220" y="3236786"/>
                <a:ext cx="547779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D1BD9D61-5B2D-5448-53B1-1F0E56FE1347}"/>
                  </a:ext>
                </a:extLst>
              </p:cNvPr>
              <p:cNvSpPr txBox="1"/>
              <p:nvPr/>
            </p:nvSpPr>
            <p:spPr>
              <a:xfrm>
                <a:off x="2218167" y="3456850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D1BD9D61-5B2D-5448-53B1-1F0E56FE13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8167" y="3456850"/>
                <a:ext cx="691921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9829881E-B36B-BD43-8960-7D39ED0C3793}"/>
                  </a:ext>
                </a:extLst>
              </p:cNvPr>
              <p:cNvSpPr txBox="1"/>
              <p:nvPr/>
            </p:nvSpPr>
            <p:spPr>
              <a:xfrm>
                <a:off x="5562624" y="1236365"/>
                <a:ext cx="78161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9829881E-B36B-BD43-8960-7D39ED0C37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2624" y="1236365"/>
                <a:ext cx="781613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3C62FE7C-CE70-64F3-4E02-F43BC5A581E7}"/>
                  </a:ext>
                </a:extLst>
              </p:cNvPr>
              <p:cNvSpPr txBox="1"/>
              <p:nvPr/>
            </p:nvSpPr>
            <p:spPr>
              <a:xfrm>
                <a:off x="7994028" y="3539733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3C62FE7C-CE70-64F3-4E02-F43BC5A581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4028" y="3539733"/>
                <a:ext cx="69192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BB661C3F-D6ED-B887-8175-B31D2F4A1E33}"/>
              </a:ext>
            </a:extLst>
          </p:cNvPr>
          <p:cNvCxnSpPr>
            <a:cxnSpLocks/>
          </p:cNvCxnSpPr>
          <p:nvPr/>
        </p:nvCxnSpPr>
        <p:spPr>
          <a:xfrm>
            <a:off x="2960673" y="3781125"/>
            <a:ext cx="2529136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26B28BD8-F476-B43F-8E00-70AB79D7E1C0}"/>
              </a:ext>
            </a:extLst>
          </p:cNvPr>
          <p:cNvCxnSpPr>
            <a:cxnSpLocks/>
          </p:cNvCxnSpPr>
          <p:nvPr/>
        </p:nvCxnSpPr>
        <p:spPr>
          <a:xfrm flipV="1">
            <a:off x="5496039" y="3781125"/>
            <a:ext cx="2497989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43">
                <a:extLst>
                  <a:ext uri="{FF2B5EF4-FFF2-40B4-BE49-F238E27FC236}">
                    <a16:creationId xmlns:a16="http://schemas.microsoft.com/office/drawing/2014/main" id="{92F6F543-FD44-80F3-2667-F9D4441035DC}"/>
                  </a:ext>
                </a:extLst>
              </p:cNvPr>
              <p:cNvSpPr txBox="1"/>
              <p:nvPr/>
            </p:nvSpPr>
            <p:spPr>
              <a:xfrm>
                <a:off x="5113220" y="5144868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5" name="TextBox 43">
                <a:extLst>
                  <a:ext uri="{FF2B5EF4-FFF2-40B4-BE49-F238E27FC236}">
                    <a16:creationId xmlns:a16="http://schemas.microsoft.com/office/drawing/2014/main" id="{92F6F543-FD44-80F3-2667-F9D4441035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3220" y="5144868"/>
                <a:ext cx="691921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6E5706A4-D14B-3A8C-C7E3-79D770BEFBB1}"/>
                  </a:ext>
                </a:extLst>
              </p:cNvPr>
              <p:cNvSpPr txBox="1"/>
              <p:nvPr/>
            </p:nvSpPr>
            <p:spPr>
              <a:xfrm>
                <a:off x="3653637" y="2121777"/>
                <a:ext cx="8754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6E5706A4-D14B-3A8C-C7E3-79D770BEFB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3637" y="2121777"/>
                <a:ext cx="875496" cy="461665"/>
              </a:xfrm>
              <a:prstGeom prst="rect">
                <a:avLst/>
              </a:prstGeom>
              <a:blipFill>
                <a:blip r:embed="rId7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2BCF339D-8615-8E4D-04FA-6EAB1637F93E}"/>
                  </a:ext>
                </a:extLst>
              </p:cNvPr>
              <p:cNvSpPr txBox="1"/>
              <p:nvPr/>
            </p:nvSpPr>
            <p:spPr>
              <a:xfrm>
                <a:off x="3653637" y="4518359"/>
                <a:ext cx="8754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2BCF339D-8615-8E4D-04FA-6EAB1637F9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3637" y="4518359"/>
                <a:ext cx="875496" cy="461665"/>
              </a:xfrm>
              <a:prstGeom prst="rect">
                <a:avLst/>
              </a:prstGeom>
              <a:blipFill>
                <a:blip r:embed="rId8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448962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829FF-C4F4-8059-B0F0-68F3ECF25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6C183977-33D1-69C5-417E-08FE8324A485}"/>
              </a:ext>
            </a:extLst>
          </p:cNvPr>
          <p:cNvSpPr/>
          <p:nvPr/>
        </p:nvSpPr>
        <p:spPr>
          <a:xfrm>
            <a:off x="6359934" y="772838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34E47AC0-BA04-471A-AFC0-EAE7F98BD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9933" y="845622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37DB3ABB-3A82-999A-8104-E8F91EC1DA7C}"/>
              </a:ext>
            </a:extLst>
          </p:cNvPr>
          <p:cNvCxnSpPr>
            <a:cxnSpLocks/>
          </p:cNvCxnSpPr>
          <p:nvPr/>
        </p:nvCxnSpPr>
        <p:spPr>
          <a:xfrm flipV="1">
            <a:off x="2960673" y="1707546"/>
            <a:ext cx="2535366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C47CF83A-BC55-4EC5-03C5-146F0D853977}"/>
              </a:ext>
            </a:extLst>
          </p:cNvPr>
          <p:cNvCxnSpPr>
            <a:cxnSpLocks/>
          </p:cNvCxnSpPr>
          <p:nvPr/>
        </p:nvCxnSpPr>
        <p:spPr>
          <a:xfrm flipH="1" flipV="1">
            <a:off x="5496039" y="1707546"/>
            <a:ext cx="2504219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E5EC066D-4161-91E1-F9BD-9662912EA1E7}"/>
              </a:ext>
            </a:extLst>
          </p:cNvPr>
          <p:cNvCxnSpPr>
            <a:cxnSpLocks/>
          </p:cNvCxnSpPr>
          <p:nvPr/>
        </p:nvCxnSpPr>
        <p:spPr>
          <a:xfrm flipH="1" flipV="1">
            <a:off x="2960673" y="3781125"/>
            <a:ext cx="5033355" cy="12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952E53D3-D030-03A5-A41F-27DEFDF35053}"/>
                  </a:ext>
                </a:extLst>
              </p:cNvPr>
              <p:cNvSpPr txBox="1"/>
              <p:nvPr/>
            </p:nvSpPr>
            <p:spPr>
              <a:xfrm>
                <a:off x="5163609" y="3562068"/>
                <a:ext cx="45660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952E53D3-D030-03A5-A41F-27DEFDF350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3609" y="3562068"/>
                <a:ext cx="456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6BD3B997-B852-6ABC-A285-61DBD13E731A}"/>
              </a:ext>
            </a:extLst>
          </p:cNvPr>
          <p:cNvCxnSpPr>
            <a:cxnSpLocks/>
          </p:cNvCxnSpPr>
          <p:nvPr/>
        </p:nvCxnSpPr>
        <p:spPr>
          <a:xfrm>
            <a:off x="2960673" y="3781125"/>
            <a:ext cx="2529136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033053ED-508A-576F-9935-D9C0F5D0A4B6}"/>
              </a:ext>
            </a:extLst>
          </p:cNvPr>
          <p:cNvCxnSpPr>
            <a:cxnSpLocks/>
          </p:cNvCxnSpPr>
          <p:nvPr/>
        </p:nvCxnSpPr>
        <p:spPr>
          <a:xfrm flipV="1">
            <a:off x="5496039" y="3781125"/>
            <a:ext cx="2497989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F85DB029-E9D3-3E24-468F-0852E6977775}"/>
                  </a:ext>
                </a:extLst>
              </p:cNvPr>
              <p:cNvSpPr txBox="1"/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F85DB029-E9D3-3E24-468F-0852E69777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F8BCCEBA-7DE5-1BFF-B020-E35F567519D0}"/>
                  </a:ext>
                </a:extLst>
              </p:cNvPr>
              <p:cNvSpPr txBox="1"/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F8BCCEBA-7DE5-1BFF-B020-E35F567519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blipFill>
                <a:blip r:embed="rId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6FBC8A26-54E4-0768-86C5-18247669DD57}"/>
              </a:ext>
            </a:extLst>
          </p:cNvPr>
          <p:cNvCxnSpPr>
            <a:cxnSpLocks/>
          </p:cNvCxnSpPr>
          <p:nvPr/>
        </p:nvCxnSpPr>
        <p:spPr>
          <a:xfrm flipV="1">
            <a:off x="3431357" y="1970202"/>
            <a:ext cx="2058452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8A2B932B-39AB-F117-B021-F94E1A34F007}"/>
              </a:ext>
            </a:extLst>
          </p:cNvPr>
          <p:cNvCxnSpPr>
            <a:cxnSpLocks/>
          </p:cNvCxnSpPr>
          <p:nvPr/>
        </p:nvCxnSpPr>
        <p:spPr>
          <a:xfrm flipH="1" flipV="1">
            <a:off x="5489809" y="1970202"/>
            <a:ext cx="2061061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5BD06AF6-1FB3-2089-B92C-0299A9EB8A69}"/>
              </a:ext>
            </a:extLst>
          </p:cNvPr>
          <p:cNvCxnSpPr>
            <a:cxnSpLocks/>
          </p:cNvCxnSpPr>
          <p:nvPr/>
        </p:nvCxnSpPr>
        <p:spPr>
          <a:xfrm flipH="1">
            <a:off x="3431357" y="3610466"/>
            <a:ext cx="4119513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4D1ACCA3-6924-FEA6-1203-59401A34215C}"/>
                  </a:ext>
                </a:extLst>
              </p:cNvPr>
              <p:cNvSpPr txBox="1"/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4D1ACCA3-6924-FEA6-1203-59401A342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blipFill>
                <a:blip r:embed="rId5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C08C29F7-A76D-0EF2-9517-14FFA18E1029}"/>
                  </a:ext>
                </a:extLst>
              </p:cNvPr>
              <p:cNvSpPr txBox="1"/>
              <p:nvPr/>
            </p:nvSpPr>
            <p:spPr>
              <a:xfrm>
                <a:off x="5139805" y="2134293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C08C29F7-A76D-0EF2-9517-14FFA18E10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9805" y="2134293"/>
                <a:ext cx="740331" cy="400110"/>
              </a:xfrm>
              <a:prstGeom prst="rect">
                <a:avLst/>
              </a:prstGeom>
              <a:blipFill>
                <a:blip r:embed="rId6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4A94D16A-D3D4-2D68-522F-ACDEDD1EF41C}"/>
                  </a:ext>
                </a:extLst>
              </p:cNvPr>
              <p:cNvSpPr txBox="1"/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4A94D16A-D3D4-2D68-522F-ACDEDD1EF4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blipFill>
                <a:blip r:embed="rId7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B0431659-79EB-4B6F-D225-86613DB40FCB}"/>
              </a:ext>
            </a:extLst>
          </p:cNvPr>
          <p:cNvCxnSpPr>
            <a:cxnSpLocks/>
          </p:cNvCxnSpPr>
          <p:nvPr/>
        </p:nvCxnSpPr>
        <p:spPr>
          <a:xfrm flipH="1">
            <a:off x="3653637" y="3933916"/>
            <a:ext cx="3785139" cy="59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2E6FE538-7BE4-C33B-BE60-CCA44E87AC0F}"/>
              </a:ext>
            </a:extLst>
          </p:cNvPr>
          <p:cNvCxnSpPr>
            <a:cxnSpLocks/>
          </p:cNvCxnSpPr>
          <p:nvPr/>
        </p:nvCxnSpPr>
        <p:spPr>
          <a:xfrm flipV="1">
            <a:off x="5489809" y="3945422"/>
            <a:ext cx="1894225" cy="91298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A077CCB6-BF48-1737-FAA8-C07CD7FA4F4A}"/>
              </a:ext>
            </a:extLst>
          </p:cNvPr>
          <p:cNvCxnSpPr>
            <a:cxnSpLocks/>
          </p:cNvCxnSpPr>
          <p:nvPr/>
        </p:nvCxnSpPr>
        <p:spPr>
          <a:xfrm flipH="1" flipV="1">
            <a:off x="3602352" y="3933916"/>
            <a:ext cx="1907617" cy="92448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DD8FBE19-2961-A53E-2857-10857110820E}"/>
                  </a:ext>
                </a:extLst>
              </p:cNvPr>
              <p:cNvSpPr txBox="1"/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DD8FBE19-2961-A53E-2857-1085711082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blipFill>
                <a:blip r:embed="rId8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B9FE773C-72D1-1EF9-89E7-469AB4E35BE8}"/>
                  </a:ext>
                </a:extLst>
              </p:cNvPr>
              <p:cNvSpPr txBox="1"/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B9FE773C-72D1-1EF9-89E7-469AB4E35B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8D658DE3-1E50-A0A4-A600-EAE19594102C}"/>
                  </a:ext>
                </a:extLst>
              </p:cNvPr>
              <p:cNvSpPr txBox="1"/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8D658DE3-1E50-A0A4-A600-EAE1959410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blipFill>
                <a:blip r:embed="rId10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5BB2E70D-8679-1A25-551A-1B28C89A61FB}"/>
              </a:ext>
            </a:extLst>
          </p:cNvPr>
          <p:cNvCxnSpPr>
            <a:cxnSpLocks/>
          </p:cNvCxnSpPr>
          <p:nvPr/>
        </p:nvCxnSpPr>
        <p:spPr>
          <a:xfrm flipV="1">
            <a:off x="2905931" y="1450416"/>
            <a:ext cx="2550181" cy="214355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DBD1BA16-1FB6-26F6-F88F-D6DC417F8AD8}"/>
              </a:ext>
            </a:extLst>
          </p:cNvPr>
          <p:cNvCxnSpPr>
            <a:cxnSpLocks/>
          </p:cNvCxnSpPr>
          <p:nvPr/>
        </p:nvCxnSpPr>
        <p:spPr>
          <a:xfrm flipH="1" flipV="1">
            <a:off x="5501700" y="1450416"/>
            <a:ext cx="2519854" cy="21524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03A6D45C-8A00-BD39-5F8C-B97BA0D03A5F}"/>
                  </a:ext>
                </a:extLst>
              </p:cNvPr>
              <p:cNvSpPr txBox="1"/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03A6D45C-8A00-BD39-5F8C-B97BA0D03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DF91259C-B7E4-8547-7FFF-6748724383F7}"/>
                  </a:ext>
                </a:extLst>
              </p:cNvPr>
              <p:cNvSpPr txBox="1"/>
              <p:nvPr/>
            </p:nvSpPr>
            <p:spPr>
              <a:xfrm>
                <a:off x="2356698" y="3122624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DF91259C-B7E4-8547-7FFF-6748724383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6698" y="3122624"/>
                <a:ext cx="714363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FCF71A5E-E6D8-88D9-082A-B1BDF2F1EBD5}"/>
                  </a:ext>
                </a:extLst>
              </p:cNvPr>
              <p:cNvSpPr txBox="1"/>
              <p:nvPr/>
            </p:nvSpPr>
            <p:spPr>
              <a:xfrm>
                <a:off x="7750349" y="3091559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FCF71A5E-E6D8-88D9-082A-B1BDF2F1EB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0349" y="3091559"/>
                <a:ext cx="714363" cy="4001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11FEEEAE-405C-F58E-F75F-6FF43A33C478}"/>
              </a:ext>
            </a:extLst>
          </p:cNvPr>
          <p:cNvCxnSpPr>
            <a:cxnSpLocks/>
          </p:cNvCxnSpPr>
          <p:nvPr/>
        </p:nvCxnSpPr>
        <p:spPr>
          <a:xfrm flipV="1">
            <a:off x="5501700" y="3952902"/>
            <a:ext cx="2519854" cy="128692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DF8A765B-E0B2-08C4-7D32-161F54662CA3}"/>
              </a:ext>
            </a:extLst>
          </p:cNvPr>
          <p:cNvCxnSpPr>
            <a:cxnSpLocks/>
          </p:cNvCxnSpPr>
          <p:nvPr/>
        </p:nvCxnSpPr>
        <p:spPr>
          <a:xfrm flipH="1" flipV="1">
            <a:off x="2905931" y="3969492"/>
            <a:ext cx="2595769" cy="127033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43">
                <a:extLst>
                  <a:ext uri="{FF2B5EF4-FFF2-40B4-BE49-F238E27FC236}">
                    <a16:creationId xmlns:a16="http://schemas.microsoft.com/office/drawing/2014/main" id="{60790CA3-04CE-1750-5C1E-9C4B02EC3287}"/>
                  </a:ext>
                </a:extLst>
              </p:cNvPr>
              <p:cNvSpPr txBox="1"/>
              <p:nvPr/>
            </p:nvSpPr>
            <p:spPr>
              <a:xfrm>
                <a:off x="2567149" y="4051913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1" name="TextBox 43">
                <a:extLst>
                  <a:ext uri="{FF2B5EF4-FFF2-40B4-BE49-F238E27FC236}">
                    <a16:creationId xmlns:a16="http://schemas.microsoft.com/office/drawing/2014/main" id="{60790CA3-04CE-1750-5C1E-9C4B02EC32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7149" y="4051913"/>
                <a:ext cx="714363" cy="40011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8634A3B0-717B-B6F7-A2B5-B66C12035727}"/>
                  </a:ext>
                </a:extLst>
              </p:cNvPr>
              <p:cNvSpPr txBox="1"/>
              <p:nvPr/>
            </p:nvSpPr>
            <p:spPr>
              <a:xfrm>
                <a:off x="5165036" y="5200840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8634A3B0-717B-B6F7-A2B5-B66C120357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5036" y="5200840"/>
                <a:ext cx="714363" cy="4001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95B18C00-23AB-DACD-109C-95F0153BBF85}"/>
                  </a:ext>
                </a:extLst>
              </p:cNvPr>
              <p:cNvSpPr txBox="1"/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95B18C00-23AB-DACD-109C-95F0153BBF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95">
                <a:extLst>
                  <a:ext uri="{FF2B5EF4-FFF2-40B4-BE49-F238E27FC236}">
                    <a16:creationId xmlns:a16="http://schemas.microsoft.com/office/drawing/2014/main" id="{CD1A7FBA-59CC-9851-19FA-75D759568FE2}"/>
                  </a:ext>
                </a:extLst>
              </p:cNvPr>
              <p:cNvSpPr txBox="1"/>
              <p:nvPr/>
            </p:nvSpPr>
            <p:spPr>
              <a:xfrm>
                <a:off x="8479037" y="3380819"/>
                <a:ext cx="73847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5" name="TextBox 95">
                <a:extLst>
                  <a:ext uri="{FF2B5EF4-FFF2-40B4-BE49-F238E27FC236}">
                    <a16:creationId xmlns:a16="http://schemas.microsoft.com/office/drawing/2014/main" id="{CD1A7FBA-59CC-9851-19FA-75D759568F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9037" y="3380819"/>
                <a:ext cx="738472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95">
                <a:extLst>
                  <a:ext uri="{FF2B5EF4-FFF2-40B4-BE49-F238E27FC236}">
                    <a16:creationId xmlns:a16="http://schemas.microsoft.com/office/drawing/2014/main" id="{5A4FCEFD-8AA6-2C91-188A-9C85EE4DB938}"/>
                  </a:ext>
                </a:extLst>
              </p:cNvPr>
              <p:cNvSpPr txBox="1"/>
              <p:nvPr/>
            </p:nvSpPr>
            <p:spPr>
              <a:xfrm>
                <a:off x="8513014" y="3880877"/>
                <a:ext cx="7584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bout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6" name="TextBox 95">
                <a:extLst>
                  <a:ext uri="{FF2B5EF4-FFF2-40B4-BE49-F238E27FC236}">
                    <a16:creationId xmlns:a16="http://schemas.microsoft.com/office/drawing/2014/main" id="{5A4FCEFD-8AA6-2C91-188A-9C85EE4DB9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3014" y="3880877"/>
                <a:ext cx="758477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5EEA6788-117E-C4E3-C762-3447B46F3414}"/>
                  </a:ext>
                </a:extLst>
              </p:cNvPr>
              <p:cNvSpPr txBox="1"/>
              <p:nvPr/>
            </p:nvSpPr>
            <p:spPr>
              <a:xfrm>
                <a:off x="1881416" y="3920148"/>
                <a:ext cx="6198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5EEA6788-117E-C4E3-C762-3447B46F34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1416" y="3920148"/>
                <a:ext cx="619849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48BBC090-928D-D232-C8D2-AC5124C85581}"/>
                  </a:ext>
                </a:extLst>
              </p:cNvPr>
              <p:cNvSpPr txBox="1"/>
              <p:nvPr/>
            </p:nvSpPr>
            <p:spPr>
              <a:xfrm>
                <a:off x="1800454" y="3438705"/>
                <a:ext cx="6278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48BBC090-928D-D232-C8D2-AC5124C855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0454" y="3438705"/>
                <a:ext cx="627864" cy="369332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4DA20D6E-6C9B-BB43-8A9E-A7FB64EC56E8}"/>
              </a:ext>
            </a:extLst>
          </p:cNvPr>
          <p:cNvCxnSpPr>
            <a:cxnSpLocks/>
          </p:cNvCxnSpPr>
          <p:nvPr/>
        </p:nvCxnSpPr>
        <p:spPr>
          <a:xfrm flipH="1">
            <a:off x="2404586" y="3638784"/>
            <a:ext cx="431917" cy="15661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93292C25-DA87-58A6-D94D-4D387F858A73}"/>
              </a:ext>
            </a:extLst>
          </p:cNvPr>
          <p:cNvCxnSpPr>
            <a:cxnSpLocks/>
          </p:cNvCxnSpPr>
          <p:nvPr/>
        </p:nvCxnSpPr>
        <p:spPr>
          <a:xfrm flipH="1" flipV="1">
            <a:off x="2424339" y="3967436"/>
            <a:ext cx="493062" cy="118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FB33E9FD-B96A-B8E7-4A0D-DBACD8B47110}"/>
              </a:ext>
            </a:extLst>
          </p:cNvPr>
          <p:cNvCxnSpPr>
            <a:cxnSpLocks/>
          </p:cNvCxnSpPr>
          <p:nvPr/>
        </p:nvCxnSpPr>
        <p:spPr>
          <a:xfrm>
            <a:off x="2412447" y="3798931"/>
            <a:ext cx="11892" cy="16850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1B5148ED-18C4-0940-5653-0E0C0B9A9315}"/>
              </a:ext>
            </a:extLst>
          </p:cNvPr>
          <p:cNvCxnSpPr>
            <a:cxnSpLocks/>
          </p:cNvCxnSpPr>
          <p:nvPr/>
        </p:nvCxnSpPr>
        <p:spPr>
          <a:xfrm>
            <a:off x="8471658" y="3648600"/>
            <a:ext cx="0" cy="28280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5307F775-863C-E469-7327-C51F9E369C32}"/>
              </a:ext>
            </a:extLst>
          </p:cNvPr>
          <p:cNvCxnSpPr>
            <a:cxnSpLocks/>
          </p:cNvCxnSpPr>
          <p:nvPr/>
        </p:nvCxnSpPr>
        <p:spPr>
          <a:xfrm>
            <a:off x="8021554" y="3602906"/>
            <a:ext cx="443158" cy="748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84041366-DFF5-A98C-9A48-C62C9E84DC62}"/>
              </a:ext>
            </a:extLst>
          </p:cNvPr>
          <p:cNvCxnSpPr>
            <a:cxnSpLocks/>
          </p:cNvCxnSpPr>
          <p:nvPr/>
        </p:nvCxnSpPr>
        <p:spPr>
          <a:xfrm>
            <a:off x="8021554" y="3959956"/>
            <a:ext cx="443158" cy="748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10188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90C8C-73E4-6B67-3241-E8D5191F3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DF3545C8-F5F5-2770-DD8A-AB10336AF8CD}"/>
              </a:ext>
            </a:extLst>
          </p:cNvPr>
          <p:cNvCxnSpPr>
            <a:cxnSpLocks/>
          </p:cNvCxnSpPr>
          <p:nvPr/>
        </p:nvCxnSpPr>
        <p:spPr>
          <a:xfrm flipV="1">
            <a:off x="2619375" y="1304925"/>
            <a:ext cx="3876675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C7D71E31-C354-9F1B-F5FE-0053173C4ABA}"/>
              </a:ext>
            </a:extLst>
          </p:cNvPr>
          <p:cNvCxnSpPr>
            <a:cxnSpLocks/>
          </p:cNvCxnSpPr>
          <p:nvPr/>
        </p:nvCxnSpPr>
        <p:spPr>
          <a:xfrm flipH="1" flipV="1">
            <a:off x="6496050" y="1304925"/>
            <a:ext cx="3829050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3B772914-4D85-F9C1-DB82-1C21BEECF4D6}"/>
              </a:ext>
            </a:extLst>
          </p:cNvPr>
          <p:cNvCxnSpPr>
            <a:cxnSpLocks/>
          </p:cNvCxnSpPr>
          <p:nvPr/>
        </p:nvCxnSpPr>
        <p:spPr>
          <a:xfrm flipH="1" flipV="1">
            <a:off x="2619375" y="5074615"/>
            <a:ext cx="7696200" cy="22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Gerader Verbinder 107">
            <a:extLst>
              <a:ext uri="{FF2B5EF4-FFF2-40B4-BE49-F238E27FC236}">
                <a16:creationId xmlns:a16="http://schemas.microsoft.com/office/drawing/2014/main" id="{B39915F9-0FEF-5337-E816-431D31267EAD}"/>
              </a:ext>
            </a:extLst>
          </p:cNvPr>
          <p:cNvCxnSpPr>
            <a:cxnSpLocks/>
          </p:cNvCxnSpPr>
          <p:nvPr/>
        </p:nvCxnSpPr>
        <p:spPr>
          <a:xfrm flipH="1" flipV="1">
            <a:off x="3762375" y="3952875"/>
            <a:ext cx="933450" cy="11239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Gerade Verbindung mit Pfeil 109">
            <a:extLst>
              <a:ext uri="{FF2B5EF4-FFF2-40B4-BE49-F238E27FC236}">
                <a16:creationId xmlns:a16="http://schemas.microsoft.com/office/drawing/2014/main" id="{34C9BCD9-B7E4-5AFB-8857-EA8253FBD01A}"/>
              </a:ext>
            </a:extLst>
          </p:cNvPr>
          <p:cNvCxnSpPr>
            <a:cxnSpLocks/>
          </p:cNvCxnSpPr>
          <p:nvPr/>
        </p:nvCxnSpPr>
        <p:spPr>
          <a:xfrm>
            <a:off x="2529751" y="5781675"/>
            <a:ext cx="7896294" cy="0"/>
          </a:xfrm>
          <a:prstGeom prst="straightConnector1">
            <a:avLst/>
          </a:prstGeom>
          <a:ln>
            <a:prstDash val="dash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073B0B26-526E-5688-2BB1-F95806EA5129}"/>
                  </a:ext>
                </a:extLst>
              </p:cNvPr>
              <p:cNvSpPr txBox="1"/>
              <p:nvPr/>
            </p:nvSpPr>
            <p:spPr>
              <a:xfrm>
                <a:off x="5331978" y="5961899"/>
                <a:ext cx="192488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(1−</m:t>
                      </m:r>
                      <m:r>
                        <a:rPr lang="en-GB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  <m:r>
                        <a:rPr lang="en-GB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32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3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073B0B26-526E-5688-2BB1-F95806EA51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1978" y="5961899"/>
                <a:ext cx="1924886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E4522E52-E324-C72C-5BC8-F97686DF9AB0}"/>
              </a:ext>
            </a:extLst>
          </p:cNvPr>
          <p:cNvCxnSpPr>
            <a:cxnSpLocks/>
          </p:cNvCxnSpPr>
          <p:nvPr/>
        </p:nvCxnSpPr>
        <p:spPr>
          <a:xfrm>
            <a:off x="2619375" y="5076825"/>
            <a:ext cx="207645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9258CDF5-E8FB-77B7-633E-50B50B0A8405}"/>
                  </a:ext>
                </a:extLst>
              </p:cNvPr>
              <p:cNvSpPr txBox="1"/>
              <p:nvPr/>
            </p:nvSpPr>
            <p:spPr>
              <a:xfrm>
                <a:off x="3035796" y="2764491"/>
                <a:ext cx="89351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9258CDF5-E8FB-77B7-633E-50B50B0A84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5796" y="2764491"/>
                <a:ext cx="893514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C8FC62B3-3A3B-A5C3-5AFB-B70395E0879D}"/>
                  </a:ext>
                </a:extLst>
              </p:cNvPr>
              <p:cNvSpPr txBox="1"/>
              <p:nvPr/>
            </p:nvSpPr>
            <p:spPr>
              <a:xfrm>
                <a:off x="2083988" y="4847399"/>
                <a:ext cx="44576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dirty="0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C8FC62B3-3A3B-A5C3-5AFB-B70395E087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3988" y="4847399"/>
                <a:ext cx="445763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6" name="Rectangle 5">
            <a:extLst>
              <a:ext uri="{FF2B5EF4-FFF2-40B4-BE49-F238E27FC236}">
                <a16:creationId xmlns:a16="http://schemas.microsoft.com/office/drawing/2014/main" id="{D7D6B3C3-A731-7176-978E-70951FBA738C}"/>
              </a:ext>
            </a:extLst>
          </p:cNvPr>
          <p:cNvSpPr/>
          <p:nvPr/>
        </p:nvSpPr>
        <p:spPr>
          <a:xfrm>
            <a:off x="9804965" y="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FAB3074F-DB5D-DE69-1270-40941BDB5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04964" y="7278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2.1</a:t>
            </a:r>
          </a:p>
        </p:txBody>
      </p:sp>
      <p:cxnSp>
        <p:nvCxnSpPr>
          <p:cNvPr id="5" name="Straight Arrow Connector 46">
            <a:extLst>
              <a:ext uri="{FF2B5EF4-FFF2-40B4-BE49-F238E27FC236}">
                <a16:creationId xmlns:a16="http://schemas.microsoft.com/office/drawing/2014/main" id="{CC458D05-10D7-102E-A7AA-6D50719373B7}"/>
              </a:ext>
            </a:extLst>
          </p:cNvPr>
          <p:cNvCxnSpPr>
            <a:cxnSpLocks/>
          </p:cNvCxnSpPr>
          <p:nvPr/>
        </p:nvCxnSpPr>
        <p:spPr>
          <a:xfrm>
            <a:off x="3569338" y="3266328"/>
            <a:ext cx="165781" cy="5872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48604954-9846-A664-8BC1-197E049AFED7}"/>
                  </a:ext>
                </a:extLst>
              </p:cNvPr>
              <p:cNvSpPr txBox="1"/>
              <p:nvPr/>
            </p:nvSpPr>
            <p:spPr>
              <a:xfrm>
                <a:off x="6273168" y="732780"/>
                <a:ext cx="45743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dirty="0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48604954-9846-A664-8BC1-197E049AFE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3168" y="732780"/>
                <a:ext cx="457433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1E1638D-18B1-8FCA-A65D-9A270F875134}"/>
                  </a:ext>
                </a:extLst>
              </p:cNvPr>
              <p:cNvSpPr txBox="1"/>
              <p:nvPr/>
            </p:nvSpPr>
            <p:spPr>
              <a:xfrm>
                <a:off x="10315575" y="4736752"/>
                <a:ext cx="45743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dirty="0" smtClean="0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1E1638D-18B1-8FCA-A65D-9A270F8751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5575" y="4736752"/>
                <a:ext cx="457433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AAE36D2D-D233-F5F3-2446-A42D08B33F51}"/>
                  </a:ext>
                </a:extLst>
              </p:cNvPr>
              <p:cNvSpPr txBox="1"/>
              <p:nvPr/>
            </p:nvSpPr>
            <p:spPr>
              <a:xfrm>
                <a:off x="4406405" y="5070040"/>
                <a:ext cx="92557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AAE36D2D-D233-F5F3-2446-A42D08B33F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6405" y="5070040"/>
                <a:ext cx="925573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360209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6B2CF8-C894-27B4-3F23-0050E42BA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6FAE354E-7B4E-1DE7-98EC-803D542CDA3D}"/>
              </a:ext>
            </a:extLst>
          </p:cNvPr>
          <p:cNvCxnSpPr>
            <a:cxnSpLocks/>
          </p:cNvCxnSpPr>
          <p:nvPr/>
        </p:nvCxnSpPr>
        <p:spPr>
          <a:xfrm flipV="1">
            <a:off x="1243061" y="1213679"/>
            <a:ext cx="3876675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78EB3A44-B044-E528-5590-94BEC74A892D}"/>
              </a:ext>
            </a:extLst>
          </p:cNvPr>
          <p:cNvCxnSpPr>
            <a:cxnSpLocks/>
          </p:cNvCxnSpPr>
          <p:nvPr/>
        </p:nvCxnSpPr>
        <p:spPr>
          <a:xfrm flipH="1" flipV="1">
            <a:off x="5119736" y="1213679"/>
            <a:ext cx="3829050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0615A0FE-FFFB-825B-D94B-59FB8034D11D}"/>
              </a:ext>
            </a:extLst>
          </p:cNvPr>
          <p:cNvCxnSpPr>
            <a:cxnSpLocks/>
          </p:cNvCxnSpPr>
          <p:nvPr/>
        </p:nvCxnSpPr>
        <p:spPr>
          <a:xfrm flipH="1">
            <a:off x="3319511" y="4985579"/>
            <a:ext cx="56197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Gerader Verbinder 107">
            <a:extLst>
              <a:ext uri="{FF2B5EF4-FFF2-40B4-BE49-F238E27FC236}">
                <a16:creationId xmlns:a16="http://schemas.microsoft.com/office/drawing/2014/main" id="{211052B9-DC7C-4E5D-CAE6-BD5402249B4B}"/>
              </a:ext>
            </a:extLst>
          </p:cNvPr>
          <p:cNvCxnSpPr>
            <a:cxnSpLocks/>
          </p:cNvCxnSpPr>
          <p:nvPr/>
        </p:nvCxnSpPr>
        <p:spPr>
          <a:xfrm flipH="1" flipV="1">
            <a:off x="2386061" y="3861629"/>
            <a:ext cx="933450" cy="11239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Gerade Verbindung mit Pfeil 109">
            <a:extLst>
              <a:ext uri="{FF2B5EF4-FFF2-40B4-BE49-F238E27FC236}">
                <a16:creationId xmlns:a16="http://schemas.microsoft.com/office/drawing/2014/main" id="{0DD9B874-D3F4-7DE4-A142-E6E993125E25}"/>
              </a:ext>
            </a:extLst>
          </p:cNvPr>
          <p:cNvCxnSpPr>
            <a:cxnSpLocks/>
          </p:cNvCxnSpPr>
          <p:nvPr/>
        </p:nvCxnSpPr>
        <p:spPr>
          <a:xfrm>
            <a:off x="1189110" y="5690429"/>
            <a:ext cx="7860621" cy="0"/>
          </a:xfrm>
          <a:prstGeom prst="straightConnector1">
            <a:avLst/>
          </a:prstGeom>
          <a:ln>
            <a:prstDash val="dash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9C9C2919-F367-3E72-B8E9-456DBED0BA1B}"/>
                  </a:ext>
                </a:extLst>
              </p:cNvPr>
              <p:cNvSpPr txBox="1"/>
              <p:nvPr/>
            </p:nvSpPr>
            <p:spPr>
              <a:xfrm>
                <a:off x="4320421" y="5841699"/>
                <a:ext cx="192488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(1−</m:t>
                      </m:r>
                      <m:r>
                        <a:rPr lang="en-GB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  <m:r>
                        <a:rPr lang="en-GB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32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3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9C9C2919-F367-3E72-B8E9-456DBED0BA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0421" y="5841699"/>
                <a:ext cx="1924886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BF7C8E95-B123-9C1C-B39B-4C719A16B72E}"/>
              </a:ext>
            </a:extLst>
          </p:cNvPr>
          <p:cNvCxnSpPr/>
          <p:nvPr/>
        </p:nvCxnSpPr>
        <p:spPr>
          <a:xfrm>
            <a:off x="5119736" y="1213679"/>
            <a:ext cx="0" cy="377190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7FE56DC9-728F-94E7-F02D-0C2D28203091}"/>
              </a:ext>
            </a:extLst>
          </p:cNvPr>
          <p:cNvCxnSpPr>
            <a:cxnSpLocks/>
          </p:cNvCxnSpPr>
          <p:nvPr/>
        </p:nvCxnSpPr>
        <p:spPr>
          <a:xfrm>
            <a:off x="1243061" y="4985579"/>
            <a:ext cx="207645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25">
                <a:extLst>
                  <a:ext uri="{FF2B5EF4-FFF2-40B4-BE49-F238E27FC236}">
                    <a16:creationId xmlns:a16="http://schemas.microsoft.com/office/drawing/2014/main" id="{9E8801F7-5BAA-D916-E0E6-1288BFE1745A}"/>
                  </a:ext>
                </a:extLst>
              </p:cNvPr>
              <p:cNvSpPr txBox="1"/>
              <p:nvPr/>
            </p:nvSpPr>
            <p:spPr>
              <a:xfrm>
                <a:off x="5153916" y="3188375"/>
                <a:ext cx="56130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131" name="TextBox 25">
                <a:extLst>
                  <a:ext uri="{FF2B5EF4-FFF2-40B4-BE49-F238E27FC236}">
                    <a16:creationId xmlns:a16="http://schemas.microsoft.com/office/drawing/2014/main" id="{9E8801F7-5BAA-D916-E0E6-1288BFE174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3916" y="3188375"/>
                <a:ext cx="561308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TextBox 7">
                <a:extLst>
                  <a:ext uri="{FF2B5EF4-FFF2-40B4-BE49-F238E27FC236}">
                    <a16:creationId xmlns:a16="http://schemas.microsoft.com/office/drawing/2014/main" id="{666D3E53-ABF7-3B82-FADE-C0181E9CB0B6}"/>
                  </a:ext>
                </a:extLst>
              </p:cNvPr>
              <p:cNvSpPr txBox="1"/>
              <p:nvPr/>
            </p:nvSpPr>
            <p:spPr>
              <a:xfrm rot="2628548">
                <a:off x="6558388" y="2249767"/>
                <a:ext cx="1107419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34" name="TextBox 7">
                <a:extLst>
                  <a:ext uri="{FF2B5EF4-FFF2-40B4-BE49-F238E27FC236}">
                    <a16:creationId xmlns:a16="http://schemas.microsoft.com/office/drawing/2014/main" id="{666D3E53-ABF7-3B82-FADE-C0181E9CB0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628548">
                <a:off x="6558388" y="2249767"/>
                <a:ext cx="1107419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5" name="TextBox 43">
                <a:extLst>
                  <a:ext uri="{FF2B5EF4-FFF2-40B4-BE49-F238E27FC236}">
                    <a16:creationId xmlns:a16="http://schemas.microsoft.com/office/drawing/2014/main" id="{15F572E0-B8BB-5565-73B1-C9076BB26684}"/>
                  </a:ext>
                </a:extLst>
              </p:cNvPr>
              <p:cNvSpPr txBox="1"/>
              <p:nvPr/>
            </p:nvSpPr>
            <p:spPr>
              <a:xfrm>
                <a:off x="262536" y="3792331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5" name="TextBox 43">
                <a:extLst>
                  <a:ext uri="{FF2B5EF4-FFF2-40B4-BE49-F238E27FC236}">
                    <a16:creationId xmlns:a16="http://schemas.microsoft.com/office/drawing/2014/main" id="{15F572E0-B8BB-5565-73B1-C9076BB266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536" y="3792331"/>
                <a:ext cx="895117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6" name="Straight Arrow Connector 46">
            <a:extLst>
              <a:ext uri="{FF2B5EF4-FFF2-40B4-BE49-F238E27FC236}">
                <a16:creationId xmlns:a16="http://schemas.microsoft.com/office/drawing/2014/main" id="{FAB470CC-FC85-CBA3-ED94-E7399F8C6941}"/>
              </a:ext>
            </a:extLst>
          </p:cNvPr>
          <p:cNvCxnSpPr>
            <a:cxnSpLocks/>
          </p:cNvCxnSpPr>
          <p:nvPr/>
        </p:nvCxnSpPr>
        <p:spPr>
          <a:xfrm>
            <a:off x="1023329" y="4398355"/>
            <a:ext cx="165781" cy="5872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TextBox 43">
                <a:extLst>
                  <a:ext uri="{FF2B5EF4-FFF2-40B4-BE49-F238E27FC236}">
                    <a16:creationId xmlns:a16="http://schemas.microsoft.com/office/drawing/2014/main" id="{7E3ED6F2-73EE-90B0-5A2F-ADEBC89A871F}"/>
                  </a:ext>
                </a:extLst>
              </p:cNvPr>
              <p:cNvSpPr txBox="1"/>
              <p:nvPr/>
            </p:nvSpPr>
            <p:spPr>
              <a:xfrm>
                <a:off x="3288581" y="4888471"/>
                <a:ext cx="92557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8" name="TextBox 43">
                <a:extLst>
                  <a:ext uri="{FF2B5EF4-FFF2-40B4-BE49-F238E27FC236}">
                    <a16:creationId xmlns:a16="http://schemas.microsoft.com/office/drawing/2014/main" id="{7E3ED6F2-73EE-90B0-5A2F-ADEBC89A87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8581" y="4888471"/>
                <a:ext cx="925573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DCA2701F-F4DD-B3B1-518F-EA6E4C0F4D19}"/>
                  </a:ext>
                </a:extLst>
              </p:cNvPr>
              <p:cNvSpPr txBox="1"/>
              <p:nvPr/>
            </p:nvSpPr>
            <p:spPr>
              <a:xfrm>
                <a:off x="1659482" y="2673245"/>
                <a:ext cx="89351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DCA2701F-F4DD-B3B1-518F-EA6E4C0F4D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9482" y="2673245"/>
                <a:ext cx="893514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Box 95">
                <a:extLst>
                  <a:ext uri="{FF2B5EF4-FFF2-40B4-BE49-F238E27FC236}">
                    <a16:creationId xmlns:a16="http://schemas.microsoft.com/office/drawing/2014/main" id="{1C5A3612-9E63-94EE-1B22-913A8961BD8E}"/>
                  </a:ext>
                </a:extLst>
              </p:cNvPr>
              <p:cNvSpPr txBox="1"/>
              <p:nvPr/>
            </p:nvSpPr>
            <p:spPr>
              <a:xfrm>
                <a:off x="4671861" y="622300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0" name="TextBox 95">
                <a:extLst>
                  <a:ext uri="{FF2B5EF4-FFF2-40B4-BE49-F238E27FC236}">
                    <a16:creationId xmlns:a16="http://schemas.microsoft.com/office/drawing/2014/main" id="{1C5A3612-9E63-94EE-1B22-913A8961BD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1861" y="622300"/>
                <a:ext cx="895117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Box 95">
                <a:extLst>
                  <a:ext uri="{FF2B5EF4-FFF2-40B4-BE49-F238E27FC236}">
                    <a16:creationId xmlns:a16="http://schemas.microsoft.com/office/drawing/2014/main" id="{14126579-882B-561E-83D8-8C05830F9444}"/>
                  </a:ext>
                </a:extLst>
              </p:cNvPr>
              <p:cNvSpPr txBox="1"/>
              <p:nvPr/>
            </p:nvSpPr>
            <p:spPr>
              <a:xfrm>
                <a:off x="8909847" y="4626861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1" name="TextBox 95">
                <a:extLst>
                  <a:ext uri="{FF2B5EF4-FFF2-40B4-BE49-F238E27FC236}">
                    <a16:creationId xmlns:a16="http://schemas.microsoft.com/office/drawing/2014/main" id="{14126579-882B-561E-83D8-8C05830F94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9847" y="4626861"/>
                <a:ext cx="895117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34ECBDA8-687B-BB88-B1EB-ED32BFCBD30F}"/>
                  </a:ext>
                </a:extLst>
              </p:cNvPr>
              <p:cNvSpPr txBox="1"/>
              <p:nvPr/>
            </p:nvSpPr>
            <p:spPr>
              <a:xfrm>
                <a:off x="422769" y="4893130"/>
                <a:ext cx="90601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dirty="0" smtClean="0">
                          <a:latin typeface="Cambria Math" panose="02040503050406030204" pitchFamily="18" charset="0"/>
                        </a:rPr>
                        <m:t>(0,0)</m:t>
                      </m:r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34ECBDA8-687B-BB88-B1EB-ED32BFCBD3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769" y="4893130"/>
                <a:ext cx="906017" cy="461665"/>
              </a:xfrm>
              <a:prstGeom prst="rect">
                <a:avLst/>
              </a:prstGeom>
              <a:blipFill>
                <a:blip r:embed="rId10"/>
                <a:stretch>
                  <a:fillRect l="-1342" r="-2685" b="-1733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6" name="Rectangle 5">
            <a:extLst>
              <a:ext uri="{FF2B5EF4-FFF2-40B4-BE49-F238E27FC236}">
                <a16:creationId xmlns:a16="http://schemas.microsoft.com/office/drawing/2014/main" id="{033AF666-DC5C-B3F6-9A4D-B9789B074EAE}"/>
              </a:ext>
            </a:extLst>
          </p:cNvPr>
          <p:cNvSpPr/>
          <p:nvPr/>
        </p:nvSpPr>
        <p:spPr>
          <a:xfrm>
            <a:off x="9804965" y="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BD76441F-1286-6D00-2761-ABD2DAE4B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04964" y="7278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2.1</a:t>
            </a:r>
          </a:p>
        </p:txBody>
      </p:sp>
      <p:cxnSp>
        <p:nvCxnSpPr>
          <p:cNvPr id="5" name="Straight Arrow Connector 46">
            <a:extLst>
              <a:ext uri="{FF2B5EF4-FFF2-40B4-BE49-F238E27FC236}">
                <a16:creationId xmlns:a16="http://schemas.microsoft.com/office/drawing/2014/main" id="{EE9DB2ED-2708-CEBF-586B-CC716BA3BAF4}"/>
              </a:ext>
            </a:extLst>
          </p:cNvPr>
          <p:cNvCxnSpPr>
            <a:cxnSpLocks/>
          </p:cNvCxnSpPr>
          <p:nvPr/>
        </p:nvCxnSpPr>
        <p:spPr>
          <a:xfrm>
            <a:off x="2193024" y="3175082"/>
            <a:ext cx="165781" cy="5872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979F0D33-77CE-B2EE-2325-5BC23CE845FE}"/>
              </a:ext>
            </a:extLst>
          </p:cNvPr>
          <p:cNvCxnSpPr>
            <a:cxnSpLocks/>
          </p:cNvCxnSpPr>
          <p:nvPr/>
        </p:nvCxnSpPr>
        <p:spPr>
          <a:xfrm flipH="1" flipV="1">
            <a:off x="2852786" y="3786992"/>
            <a:ext cx="751376" cy="93773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B2175BBD-7B39-2829-9C15-1C75FCDC8767}"/>
              </a:ext>
            </a:extLst>
          </p:cNvPr>
          <p:cNvCxnSpPr>
            <a:cxnSpLocks/>
          </p:cNvCxnSpPr>
          <p:nvPr/>
        </p:nvCxnSpPr>
        <p:spPr>
          <a:xfrm flipH="1" flipV="1">
            <a:off x="2256097" y="4359602"/>
            <a:ext cx="829229" cy="93393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C2EE16EF-1CAA-8B34-BD1D-0BA93DB23D54}"/>
              </a:ext>
            </a:extLst>
          </p:cNvPr>
          <p:cNvCxnSpPr>
            <a:cxnSpLocks/>
          </p:cNvCxnSpPr>
          <p:nvPr/>
        </p:nvCxnSpPr>
        <p:spPr>
          <a:xfrm flipH="1">
            <a:off x="3631418" y="4686931"/>
            <a:ext cx="4564893" cy="3026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4FB3785E-C071-4199-B422-1DB846889CB9}"/>
              </a:ext>
            </a:extLst>
          </p:cNvPr>
          <p:cNvCxnSpPr>
            <a:cxnSpLocks/>
          </p:cNvCxnSpPr>
          <p:nvPr/>
        </p:nvCxnSpPr>
        <p:spPr>
          <a:xfrm flipH="1">
            <a:off x="2837647" y="1597154"/>
            <a:ext cx="2287393" cy="2183053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CC43E0A7-7F1D-75BA-21E1-0349D10814E0}"/>
              </a:ext>
            </a:extLst>
          </p:cNvPr>
          <p:cNvCxnSpPr>
            <a:cxnSpLocks/>
          </p:cNvCxnSpPr>
          <p:nvPr/>
        </p:nvCxnSpPr>
        <p:spPr>
          <a:xfrm flipH="1">
            <a:off x="1157653" y="4359602"/>
            <a:ext cx="1086082" cy="105208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43">
                <a:extLst>
                  <a:ext uri="{FF2B5EF4-FFF2-40B4-BE49-F238E27FC236}">
                    <a16:creationId xmlns:a16="http://schemas.microsoft.com/office/drawing/2014/main" id="{E961E4D5-AC7E-7795-71FD-87B3D2256968}"/>
                  </a:ext>
                </a:extLst>
              </p:cNvPr>
              <p:cNvSpPr txBox="1"/>
              <p:nvPr/>
            </p:nvSpPr>
            <p:spPr>
              <a:xfrm>
                <a:off x="1811584" y="4506410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8" name="TextBox 43">
                <a:extLst>
                  <a:ext uri="{FF2B5EF4-FFF2-40B4-BE49-F238E27FC236}">
                    <a16:creationId xmlns:a16="http://schemas.microsoft.com/office/drawing/2014/main" id="{E961E4D5-AC7E-7795-71FD-87B3D22569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1584" y="4506410"/>
                <a:ext cx="962571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43">
                <a:extLst>
                  <a:ext uri="{FF2B5EF4-FFF2-40B4-BE49-F238E27FC236}">
                    <a16:creationId xmlns:a16="http://schemas.microsoft.com/office/drawing/2014/main" id="{2755A74C-AF34-DF08-E9AD-8F610F639274}"/>
                  </a:ext>
                </a:extLst>
              </p:cNvPr>
              <p:cNvSpPr txBox="1"/>
              <p:nvPr/>
            </p:nvSpPr>
            <p:spPr>
              <a:xfrm>
                <a:off x="2980551" y="3537734"/>
                <a:ext cx="92557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9" name="TextBox 43">
                <a:extLst>
                  <a:ext uri="{FF2B5EF4-FFF2-40B4-BE49-F238E27FC236}">
                    <a16:creationId xmlns:a16="http://schemas.microsoft.com/office/drawing/2014/main" id="{2755A74C-AF34-DF08-E9AD-8F610F6392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0551" y="3537734"/>
                <a:ext cx="925574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E2829507-FE1D-86F9-FDD9-E44CF08BB7FD}"/>
              </a:ext>
            </a:extLst>
          </p:cNvPr>
          <p:cNvCxnSpPr>
            <a:cxnSpLocks/>
          </p:cNvCxnSpPr>
          <p:nvPr/>
        </p:nvCxnSpPr>
        <p:spPr>
          <a:xfrm flipH="1">
            <a:off x="3093747" y="5245307"/>
            <a:ext cx="5154139" cy="4823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43">
                <a:extLst>
                  <a:ext uri="{FF2B5EF4-FFF2-40B4-BE49-F238E27FC236}">
                    <a16:creationId xmlns:a16="http://schemas.microsoft.com/office/drawing/2014/main" id="{FE6F4CE5-039E-C59B-16D4-C617C67ECC7C}"/>
                  </a:ext>
                </a:extLst>
              </p:cNvPr>
              <p:cNvSpPr txBox="1"/>
              <p:nvPr/>
            </p:nvSpPr>
            <p:spPr>
              <a:xfrm>
                <a:off x="2631828" y="5766429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5" name="TextBox 43">
                <a:extLst>
                  <a:ext uri="{FF2B5EF4-FFF2-40B4-BE49-F238E27FC236}">
                    <a16:creationId xmlns:a16="http://schemas.microsoft.com/office/drawing/2014/main" id="{FE6F4CE5-039E-C59B-16D4-C617C67ECC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1828" y="5766429"/>
                <a:ext cx="962571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46">
            <a:extLst>
              <a:ext uri="{FF2B5EF4-FFF2-40B4-BE49-F238E27FC236}">
                <a16:creationId xmlns:a16="http://schemas.microsoft.com/office/drawing/2014/main" id="{5697EFB4-46A1-A80A-F8D5-88DAA0608F4D}"/>
              </a:ext>
            </a:extLst>
          </p:cNvPr>
          <p:cNvCxnSpPr>
            <a:cxnSpLocks/>
          </p:cNvCxnSpPr>
          <p:nvPr/>
        </p:nvCxnSpPr>
        <p:spPr>
          <a:xfrm flipV="1">
            <a:off x="3046121" y="5460395"/>
            <a:ext cx="95252" cy="42792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95">
                <a:extLst>
                  <a:ext uri="{FF2B5EF4-FFF2-40B4-BE49-F238E27FC236}">
                    <a16:creationId xmlns:a16="http://schemas.microsoft.com/office/drawing/2014/main" id="{A99CE609-D3BB-60F5-B943-99510B5FA834}"/>
                  </a:ext>
                </a:extLst>
              </p:cNvPr>
              <p:cNvSpPr txBox="1"/>
              <p:nvPr/>
            </p:nvSpPr>
            <p:spPr>
              <a:xfrm>
                <a:off x="4994703" y="1528995"/>
                <a:ext cx="919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9" name="TextBox 95">
                <a:extLst>
                  <a:ext uri="{FF2B5EF4-FFF2-40B4-BE49-F238E27FC236}">
                    <a16:creationId xmlns:a16="http://schemas.microsoft.com/office/drawing/2014/main" id="{A99CE609-D3BB-60F5-B943-99510B5FA8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4703" y="1528995"/>
                <a:ext cx="919161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4A2FE599-3C59-8ADB-78F9-F11F406507FF}"/>
              </a:ext>
            </a:extLst>
          </p:cNvPr>
          <p:cNvCxnSpPr>
            <a:cxnSpLocks/>
          </p:cNvCxnSpPr>
          <p:nvPr/>
        </p:nvCxnSpPr>
        <p:spPr>
          <a:xfrm>
            <a:off x="5125040" y="1630941"/>
            <a:ext cx="3122846" cy="30559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95">
                <a:extLst>
                  <a:ext uri="{FF2B5EF4-FFF2-40B4-BE49-F238E27FC236}">
                    <a16:creationId xmlns:a16="http://schemas.microsoft.com/office/drawing/2014/main" id="{32E935A3-6F93-AB36-7F31-6AA2A205D986}"/>
                  </a:ext>
                </a:extLst>
              </p:cNvPr>
              <p:cNvSpPr txBox="1"/>
              <p:nvPr/>
            </p:nvSpPr>
            <p:spPr>
              <a:xfrm>
                <a:off x="7021256" y="4133354"/>
                <a:ext cx="919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95">
                <a:extLst>
                  <a:ext uri="{FF2B5EF4-FFF2-40B4-BE49-F238E27FC236}">
                    <a16:creationId xmlns:a16="http://schemas.microsoft.com/office/drawing/2014/main" id="{32E935A3-6F93-AB36-7F31-6AA2A205D9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1256" y="4133354"/>
                <a:ext cx="919161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3">
                <a:extLst>
                  <a:ext uri="{FF2B5EF4-FFF2-40B4-BE49-F238E27FC236}">
                    <a16:creationId xmlns:a16="http://schemas.microsoft.com/office/drawing/2014/main" id="{0ADF7F7A-5890-4728-CB4A-9F097B0586E9}"/>
                  </a:ext>
                </a:extLst>
              </p:cNvPr>
              <p:cNvSpPr txBox="1"/>
              <p:nvPr/>
            </p:nvSpPr>
            <p:spPr>
              <a:xfrm>
                <a:off x="3518556" y="4152195"/>
                <a:ext cx="92557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8" name="TextBox 43">
                <a:extLst>
                  <a:ext uri="{FF2B5EF4-FFF2-40B4-BE49-F238E27FC236}">
                    <a16:creationId xmlns:a16="http://schemas.microsoft.com/office/drawing/2014/main" id="{0ADF7F7A-5890-4728-CB4A-9F097B0586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18556" y="4152195"/>
                <a:ext cx="925574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852856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88819-9329-71BD-8615-66B8D0B96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B0BC1B37-A742-3037-6AB7-A297D5479D50}"/>
              </a:ext>
            </a:extLst>
          </p:cNvPr>
          <p:cNvCxnSpPr>
            <a:cxnSpLocks/>
          </p:cNvCxnSpPr>
          <p:nvPr/>
        </p:nvCxnSpPr>
        <p:spPr>
          <a:xfrm flipV="1">
            <a:off x="980525" y="591379"/>
            <a:ext cx="3876675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14EDD90B-3687-F93F-1B9E-468EBE2BA4B9}"/>
              </a:ext>
            </a:extLst>
          </p:cNvPr>
          <p:cNvCxnSpPr>
            <a:cxnSpLocks/>
          </p:cNvCxnSpPr>
          <p:nvPr/>
        </p:nvCxnSpPr>
        <p:spPr>
          <a:xfrm flipH="1" flipV="1">
            <a:off x="4857200" y="591379"/>
            <a:ext cx="3829050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0384865E-E808-4D72-79F0-02607516F632}"/>
              </a:ext>
            </a:extLst>
          </p:cNvPr>
          <p:cNvCxnSpPr>
            <a:cxnSpLocks/>
          </p:cNvCxnSpPr>
          <p:nvPr/>
        </p:nvCxnSpPr>
        <p:spPr>
          <a:xfrm flipH="1">
            <a:off x="3056975" y="4363279"/>
            <a:ext cx="56197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Gerader Verbinder 107">
            <a:extLst>
              <a:ext uri="{FF2B5EF4-FFF2-40B4-BE49-F238E27FC236}">
                <a16:creationId xmlns:a16="http://schemas.microsoft.com/office/drawing/2014/main" id="{7EBAE79C-AA47-B579-CA41-F0207E3F8095}"/>
              </a:ext>
            </a:extLst>
          </p:cNvPr>
          <p:cNvCxnSpPr>
            <a:cxnSpLocks/>
          </p:cNvCxnSpPr>
          <p:nvPr/>
        </p:nvCxnSpPr>
        <p:spPr>
          <a:xfrm flipH="1" flipV="1">
            <a:off x="2123525" y="3239329"/>
            <a:ext cx="933450" cy="11239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DD5131F1-4F38-830B-25EA-CAF12EB2BC09}"/>
              </a:ext>
            </a:extLst>
          </p:cNvPr>
          <p:cNvCxnSpPr/>
          <p:nvPr/>
        </p:nvCxnSpPr>
        <p:spPr>
          <a:xfrm>
            <a:off x="4857200" y="591379"/>
            <a:ext cx="0" cy="377190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7A5E1ABE-578F-124E-01C5-40FFD9039779}"/>
              </a:ext>
            </a:extLst>
          </p:cNvPr>
          <p:cNvCxnSpPr>
            <a:cxnSpLocks/>
          </p:cNvCxnSpPr>
          <p:nvPr/>
        </p:nvCxnSpPr>
        <p:spPr>
          <a:xfrm>
            <a:off x="980525" y="4363279"/>
            <a:ext cx="207645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25">
                <a:extLst>
                  <a:ext uri="{FF2B5EF4-FFF2-40B4-BE49-F238E27FC236}">
                    <a16:creationId xmlns:a16="http://schemas.microsoft.com/office/drawing/2014/main" id="{FC88A2BE-2783-416A-DFB8-0402D01B08C6}"/>
                  </a:ext>
                </a:extLst>
              </p:cNvPr>
              <p:cNvSpPr txBox="1"/>
              <p:nvPr/>
            </p:nvSpPr>
            <p:spPr>
              <a:xfrm>
                <a:off x="4891380" y="2566075"/>
                <a:ext cx="56130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131" name="TextBox 25">
                <a:extLst>
                  <a:ext uri="{FF2B5EF4-FFF2-40B4-BE49-F238E27FC236}">
                    <a16:creationId xmlns:a16="http://schemas.microsoft.com/office/drawing/2014/main" id="{FC88A2BE-2783-416A-DFB8-0402D01B08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1380" y="2566075"/>
                <a:ext cx="561308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TextBox 7">
                <a:extLst>
                  <a:ext uri="{FF2B5EF4-FFF2-40B4-BE49-F238E27FC236}">
                    <a16:creationId xmlns:a16="http://schemas.microsoft.com/office/drawing/2014/main" id="{42CEF81B-2DF0-AEF1-4928-B0ED6560A443}"/>
                  </a:ext>
                </a:extLst>
              </p:cNvPr>
              <p:cNvSpPr txBox="1"/>
              <p:nvPr/>
            </p:nvSpPr>
            <p:spPr>
              <a:xfrm rot="2628548">
                <a:off x="6295852" y="1627467"/>
                <a:ext cx="1107419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34" name="TextBox 7">
                <a:extLst>
                  <a:ext uri="{FF2B5EF4-FFF2-40B4-BE49-F238E27FC236}">
                    <a16:creationId xmlns:a16="http://schemas.microsoft.com/office/drawing/2014/main" id="{42CEF81B-2DF0-AEF1-4928-B0ED6560A4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628548">
                <a:off x="6295852" y="1627467"/>
                <a:ext cx="1107419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5" name="TextBox 43">
                <a:extLst>
                  <a:ext uri="{FF2B5EF4-FFF2-40B4-BE49-F238E27FC236}">
                    <a16:creationId xmlns:a16="http://schemas.microsoft.com/office/drawing/2014/main" id="{0E222562-473E-F6EC-E441-D40EA926A3ED}"/>
                  </a:ext>
                </a:extLst>
              </p:cNvPr>
              <p:cNvSpPr txBox="1"/>
              <p:nvPr/>
            </p:nvSpPr>
            <p:spPr>
              <a:xfrm>
                <a:off x="0" y="3170031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5" name="TextBox 43">
                <a:extLst>
                  <a:ext uri="{FF2B5EF4-FFF2-40B4-BE49-F238E27FC236}">
                    <a16:creationId xmlns:a16="http://schemas.microsoft.com/office/drawing/2014/main" id="{0E222562-473E-F6EC-E441-D40EA926A3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170031"/>
                <a:ext cx="895117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6" name="Straight Arrow Connector 46">
            <a:extLst>
              <a:ext uri="{FF2B5EF4-FFF2-40B4-BE49-F238E27FC236}">
                <a16:creationId xmlns:a16="http://schemas.microsoft.com/office/drawing/2014/main" id="{B4B3816B-5E0D-D949-77B9-0F5CD28B24AD}"/>
              </a:ext>
            </a:extLst>
          </p:cNvPr>
          <p:cNvCxnSpPr>
            <a:cxnSpLocks/>
          </p:cNvCxnSpPr>
          <p:nvPr/>
        </p:nvCxnSpPr>
        <p:spPr>
          <a:xfrm>
            <a:off x="760793" y="3776055"/>
            <a:ext cx="165781" cy="5872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TextBox 43">
                <a:extLst>
                  <a:ext uri="{FF2B5EF4-FFF2-40B4-BE49-F238E27FC236}">
                    <a16:creationId xmlns:a16="http://schemas.microsoft.com/office/drawing/2014/main" id="{4ADD38D4-1830-9A8E-07C9-24E2F0C87317}"/>
                  </a:ext>
                </a:extLst>
              </p:cNvPr>
              <p:cNvSpPr txBox="1"/>
              <p:nvPr/>
            </p:nvSpPr>
            <p:spPr>
              <a:xfrm>
                <a:off x="3026045" y="4266171"/>
                <a:ext cx="92557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8" name="TextBox 43">
                <a:extLst>
                  <a:ext uri="{FF2B5EF4-FFF2-40B4-BE49-F238E27FC236}">
                    <a16:creationId xmlns:a16="http://schemas.microsoft.com/office/drawing/2014/main" id="{4ADD38D4-1830-9A8E-07C9-24E2F0C873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6045" y="4266171"/>
                <a:ext cx="925573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2F716156-EEE4-18A8-E81B-F09BFFC563F4}"/>
                  </a:ext>
                </a:extLst>
              </p:cNvPr>
              <p:cNvSpPr txBox="1"/>
              <p:nvPr/>
            </p:nvSpPr>
            <p:spPr>
              <a:xfrm>
                <a:off x="1396946" y="2050945"/>
                <a:ext cx="89351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2F716156-EEE4-18A8-E81B-F09BFFC563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6946" y="2050945"/>
                <a:ext cx="893514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Box 95">
                <a:extLst>
                  <a:ext uri="{FF2B5EF4-FFF2-40B4-BE49-F238E27FC236}">
                    <a16:creationId xmlns:a16="http://schemas.microsoft.com/office/drawing/2014/main" id="{C54796D4-760C-8CCF-B698-31D883E45777}"/>
                  </a:ext>
                </a:extLst>
              </p:cNvPr>
              <p:cNvSpPr txBox="1"/>
              <p:nvPr/>
            </p:nvSpPr>
            <p:spPr>
              <a:xfrm>
                <a:off x="4409325" y="0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0" name="TextBox 95">
                <a:extLst>
                  <a:ext uri="{FF2B5EF4-FFF2-40B4-BE49-F238E27FC236}">
                    <a16:creationId xmlns:a16="http://schemas.microsoft.com/office/drawing/2014/main" id="{C54796D4-760C-8CCF-B698-31D883E457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9325" y="0"/>
                <a:ext cx="895117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Box 95">
                <a:extLst>
                  <a:ext uri="{FF2B5EF4-FFF2-40B4-BE49-F238E27FC236}">
                    <a16:creationId xmlns:a16="http://schemas.microsoft.com/office/drawing/2014/main" id="{A07F68D7-FE64-A51B-631C-389FB0BBC85D}"/>
                  </a:ext>
                </a:extLst>
              </p:cNvPr>
              <p:cNvSpPr txBox="1"/>
              <p:nvPr/>
            </p:nvSpPr>
            <p:spPr>
              <a:xfrm>
                <a:off x="8676725" y="3901690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1" name="TextBox 95">
                <a:extLst>
                  <a:ext uri="{FF2B5EF4-FFF2-40B4-BE49-F238E27FC236}">
                    <a16:creationId xmlns:a16="http://schemas.microsoft.com/office/drawing/2014/main" id="{A07F68D7-FE64-A51B-631C-389FB0BBC8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6725" y="3901690"/>
                <a:ext cx="895117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EB9F9D4C-8828-B0DC-CB48-99870BA715D2}"/>
                  </a:ext>
                </a:extLst>
              </p:cNvPr>
              <p:cNvSpPr txBox="1"/>
              <p:nvPr/>
            </p:nvSpPr>
            <p:spPr>
              <a:xfrm>
                <a:off x="160233" y="4270830"/>
                <a:ext cx="90601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dirty="0" smtClean="0">
                          <a:latin typeface="Cambria Math" panose="02040503050406030204" pitchFamily="18" charset="0"/>
                        </a:rPr>
                        <m:t>(0,0)</m:t>
                      </m:r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EB9F9D4C-8828-B0DC-CB48-99870BA715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233" y="4270830"/>
                <a:ext cx="906017" cy="461665"/>
              </a:xfrm>
              <a:prstGeom prst="rect">
                <a:avLst/>
              </a:prstGeom>
              <a:blipFill>
                <a:blip r:embed="rId9"/>
                <a:stretch>
                  <a:fillRect l="-1342" r="-2685" b="-1733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6" name="Rectangle 5">
            <a:extLst>
              <a:ext uri="{FF2B5EF4-FFF2-40B4-BE49-F238E27FC236}">
                <a16:creationId xmlns:a16="http://schemas.microsoft.com/office/drawing/2014/main" id="{05691752-C342-003F-C630-F85A71EF928F}"/>
              </a:ext>
            </a:extLst>
          </p:cNvPr>
          <p:cNvSpPr/>
          <p:nvPr/>
        </p:nvSpPr>
        <p:spPr>
          <a:xfrm>
            <a:off x="9804965" y="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31A010B8-5D31-588D-090D-138AC68C4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04964" y="7278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2.1</a:t>
            </a:r>
          </a:p>
        </p:txBody>
      </p:sp>
      <p:cxnSp>
        <p:nvCxnSpPr>
          <p:cNvPr id="5" name="Straight Arrow Connector 46">
            <a:extLst>
              <a:ext uri="{FF2B5EF4-FFF2-40B4-BE49-F238E27FC236}">
                <a16:creationId xmlns:a16="http://schemas.microsoft.com/office/drawing/2014/main" id="{C4A2B780-FB9A-7068-BDF8-7FE1BE3AAFEA}"/>
              </a:ext>
            </a:extLst>
          </p:cNvPr>
          <p:cNvCxnSpPr>
            <a:cxnSpLocks/>
          </p:cNvCxnSpPr>
          <p:nvPr/>
        </p:nvCxnSpPr>
        <p:spPr>
          <a:xfrm>
            <a:off x="1930488" y="2552782"/>
            <a:ext cx="165781" cy="5872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B64129D8-1BE3-A86E-185D-E9670B34D8E3}"/>
              </a:ext>
            </a:extLst>
          </p:cNvPr>
          <p:cNvCxnSpPr>
            <a:cxnSpLocks/>
          </p:cNvCxnSpPr>
          <p:nvPr/>
        </p:nvCxnSpPr>
        <p:spPr>
          <a:xfrm flipH="1" flipV="1">
            <a:off x="2590250" y="3164692"/>
            <a:ext cx="751376" cy="93773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AEC5EB34-C084-6E5A-3873-A632C634195B}"/>
              </a:ext>
            </a:extLst>
          </p:cNvPr>
          <p:cNvCxnSpPr>
            <a:cxnSpLocks/>
          </p:cNvCxnSpPr>
          <p:nvPr/>
        </p:nvCxnSpPr>
        <p:spPr>
          <a:xfrm flipH="1" flipV="1">
            <a:off x="1993561" y="3737302"/>
            <a:ext cx="829229" cy="93393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CBEF6C1C-48F0-8026-09E1-397203F61A25}"/>
              </a:ext>
            </a:extLst>
          </p:cNvPr>
          <p:cNvCxnSpPr>
            <a:cxnSpLocks/>
          </p:cNvCxnSpPr>
          <p:nvPr/>
        </p:nvCxnSpPr>
        <p:spPr>
          <a:xfrm flipH="1">
            <a:off x="3368882" y="4064631"/>
            <a:ext cx="4564893" cy="3026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2D779042-BE71-611E-5142-135CA8673939}"/>
              </a:ext>
            </a:extLst>
          </p:cNvPr>
          <p:cNvCxnSpPr>
            <a:cxnSpLocks/>
          </p:cNvCxnSpPr>
          <p:nvPr/>
        </p:nvCxnSpPr>
        <p:spPr>
          <a:xfrm flipH="1">
            <a:off x="2575111" y="974854"/>
            <a:ext cx="2287393" cy="2183053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376F64F2-796A-0F5C-B7D4-426A1B8D887D}"/>
              </a:ext>
            </a:extLst>
          </p:cNvPr>
          <p:cNvCxnSpPr>
            <a:cxnSpLocks/>
          </p:cNvCxnSpPr>
          <p:nvPr/>
        </p:nvCxnSpPr>
        <p:spPr>
          <a:xfrm flipH="1">
            <a:off x="1244477" y="3737302"/>
            <a:ext cx="736722" cy="62597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43">
                <a:extLst>
                  <a:ext uri="{FF2B5EF4-FFF2-40B4-BE49-F238E27FC236}">
                    <a16:creationId xmlns:a16="http://schemas.microsoft.com/office/drawing/2014/main" id="{585D24D5-511E-AD0C-2280-94D1331543A0}"/>
                  </a:ext>
                </a:extLst>
              </p:cNvPr>
              <p:cNvSpPr txBox="1"/>
              <p:nvPr/>
            </p:nvSpPr>
            <p:spPr>
              <a:xfrm>
                <a:off x="965265" y="2894123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8" name="TextBox 43">
                <a:extLst>
                  <a:ext uri="{FF2B5EF4-FFF2-40B4-BE49-F238E27FC236}">
                    <a16:creationId xmlns:a16="http://schemas.microsoft.com/office/drawing/2014/main" id="{585D24D5-511E-AD0C-2280-94D1331543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5265" y="2894123"/>
                <a:ext cx="962571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43">
                <a:extLst>
                  <a:ext uri="{FF2B5EF4-FFF2-40B4-BE49-F238E27FC236}">
                    <a16:creationId xmlns:a16="http://schemas.microsoft.com/office/drawing/2014/main" id="{1DDDB429-F010-8B43-2A77-5BED466BA8C4}"/>
                  </a:ext>
                </a:extLst>
              </p:cNvPr>
              <p:cNvSpPr txBox="1"/>
              <p:nvPr/>
            </p:nvSpPr>
            <p:spPr>
              <a:xfrm>
                <a:off x="2718015" y="2915434"/>
                <a:ext cx="92557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9" name="TextBox 43">
                <a:extLst>
                  <a:ext uri="{FF2B5EF4-FFF2-40B4-BE49-F238E27FC236}">
                    <a16:creationId xmlns:a16="http://schemas.microsoft.com/office/drawing/2014/main" id="{1DDDB429-F010-8B43-2A77-5BED466BA8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8015" y="2915434"/>
                <a:ext cx="925574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AF5A0940-21E7-11AA-CEEA-9EBE6C031C6B}"/>
              </a:ext>
            </a:extLst>
          </p:cNvPr>
          <p:cNvCxnSpPr>
            <a:cxnSpLocks/>
          </p:cNvCxnSpPr>
          <p:nvPr/>
        </p:nvCxnSpPr>
        <p:spPr>
          <a:xfrm flipH="1">
            <a:off x="2831211" y="4623007"/>
            <a:ext cx="5154139" cy="4823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43">
                <a:extLst>
                  <a:ext uri="{FF2B5EF4-FFF2-40B4-BE49-F238E27FC236}">
                    <a16:creationId xmlns:a16="http://schemas.microsoft.com/office/drawing/2014/main" id="{D2ED194E-E8B6-B424-237F-3F0E4853713C}"/>
                  </a:ext>
                </a:extLst>
              </p:cNvPr>
              <p:cNvSpPr txBox="1"/>
              <p:nvPr/>
            </p:nvSpPr>
            <p:spPr>
              <a:xfrm>
                <a:off x="3042998" y="4790175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5" name="TextBox 43">
                <a:extLst>
                  <a:ext uri="{FF2B5EF4-FFF2-40B4-BE49-F238E27FC236}">
                    <a16:creationId xmlns:a16="http://schemas.microsoft.com/office/drawing/2014/main" id="{D2ED194E-E8B6-B424-237F-3F0E485371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2998" y="4790175"/>
                <a:ext cx="962571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46">
            <a:extLst>
              <a:ext uri="{FF2B5EF4-FFF2-40B4-BE49-F238E27FC236}">
                <a16:creationId xmlns:a16="http://schemas.microsoft.com/office/drawing/2014/main" id="{03E4EA85-D1A4-C245-5BD2-968F28A6537B}"/>
              </a:ext>
            </a:extLst>
          </p:cNvPr>
          <p:cNvCxnSpPr>
            <a:cxnSpLocks/>
          </p:cNvCxnSpPr>
          <p:nvPr/>
        </p:nvCxnSpPr>
        <p:spPr>
          <a:xfrm flipH="1" flipV="1">
            <a:off x="2831211" y="4755401"/>
            <a:ext cx="272369" cy="20517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95">
                <a:extLst>
                  <a:ext uri="{FF2B5EF4-FFF2-40B4-BE49-F238E27FC236}">
                    <a16:creationId xmlns:a16="http://schemas.microsoft.com/office/drawing/2014/main" id="{C26CB4F0-B81A-94A6-E75F-80D04FD498BD}"/>
                  </a:ext>
                </a:extLst>
              </p:cNvPr>
              <p:cNvSpPr txBox="1"/>
              <p:nvPr/>
            </p:nvSpPr>
            <p:spPr>
              <a:xfrm>
                <a:off x="4732167" y="906695"/>
                <a:ext cx="919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9" name="TextBox 95">
                <a:extLst>
                  <a:ext uri="{FF2B5EF4-FFF2-40B4-BE49-F238E27FC236}">
                    <a16:creationId xmlns:a16="http://schemas.microsoft.com/office/drawing/2014/main" id="{C26CB4F0-B81A-94A6-E75F-80D04FD498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2167" y="906695"/>
                <a:ext cx="919161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4C63C8BE-CFA2-A4B9-CE44-F0A63FDDAE06}"/>
              </a:ext>
            </a:extLst>
          </p:cNvPr>
          <p:cNvCxnSpPr>
            <a:cxnSpLocks/>
          </p:cNvCxnSpPr>
          <p:nvPr/>
        </p:nvCxnSpPr>
        <p:spPr>
          <a:xfrm>
            <a:off x="4862504" y="1008641"/>
            <a:ext cx="3122846" cy="30559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95">
                <a:extLst>
                  <a:ext uri="{FF2B5EF4-FFF2-40B4-BE49-F238E27FC236}">
                    <a16:creationId xmlns:a16="http://schemas.microsoft.com/office/drawing/2014/main" id="{6E2DD1B4-3300-9A6F-B811-55364410DC3B}"/>
                  </a:ext>
                </a:extLst>
              </p:cNvPr>
              <p:cNvSpPr txBox="1"/>
              <p:nvPr/>
            </p:nvSpPr>
            <p:spPr>
              <a:xfrm>
                <a:off x="6758720" y="3511054"/>
                <a:ext cx="919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95">
                <a:extLst>
                  <a:ext uri="{FF2B5EF4-FFF2-40B4-BE49-F238E27FC236}">
                    <a16:creationId xmlns:a16="http://schemas.microsoft.com/office/drawing/2014/main" id="{6E2DD1B4-3300-9A6F-B811-55364410DC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8720" y="3511054"/>
                <a:ext cx="919161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3">
                <a:extLst>
                  <a:ext uri="{FF2B5EF4-FFF2-40B4-BE49-F238E27FC236}">
                    <a16:creationId xmlns:a16="http://schemas.microsoft.com/office/drawing/2014/main" id="{CF92C030-F70D-724F-E93C-F17CF9DBFDDA}"/>
                  </a:ext>
                </a:extLst>
              </p:cNvPr>
              <p:cNvSpPr txBox="1"/>
              <p:nvPr/>
            </p:nvSpPr>
            <p:spPr>
              <a:xfrm>
                <a:off x="3256020" y="3529895"/>
                <a:ext cx="92557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8" name="TextBox 43">
                <a:extLst>
                  <a:ext uri="{FF2B5EF4-FFF2-40B4-BE49-F238E27FC236}">
                    <a16:creationId xmlns:a16="http://schemas.microsoft.com/office/drawing/2014/main" id="{CF92C030-F70D-724F-E93C-F17CF9DBFD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6020" y="3529895"/>
                <a:ext cx="925574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63751AEC-84B5-2DD2-9D62-637806E60473}"/>
              </a:ext>
            </a:extLst>
          </p:cNvPr>
          <p:cNvCxnSpPr>
            <a:cxnSpLocks/>
          </p:cNvCxnSpPr>
          <p:nvPr/>
        </p:nvCxnSpPr>
        <p:spPr>
          <a:xfrm flipH="1">
            <a:off x="5226636" y="4363279"/>
            <a:ext cx="3450089" cy="24219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C9AE381B-7B4D-3E1A-5397-0085AF937138}"/>
              </a:ext>
            </a:extLst>
          </p:cNvPr>
          <p:cNvCxnSpPr>
            <a:cxnSpLocks/>
          </p:cNvCxnSpPr>
          <p:nvPr/>
        </p:nvCxnSpPr>
        <p:spPr>
          <a:xfrm flipH="1" flipV="1">
            <a:off x="980525" y="4363279"/>
            <a:ext cx="4246111" cy="24219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95">
                <a:extLst>
                  <a:ext uri="{FF2B5EF4-FFF2-40B4-BE49-F238E27FC236}">
                    <a16:creationId xmlns:a16="http://schemas.microsoft.com/office/drawing/2014/main" id="{79AECE16-DF6E-4797-37F9-0C8B939A61E3}"/>
                  </a:ext>
                </a:extLst>
              </p:cNvPr>
              <p:cNvSpPr txBox="1"/>
              <p:nvPr/>
            </p:nvSpPr>
            <p:spPr>
              <a:xfrm>
                <a:off x="5710875" y="6321071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1" name="TextBox 95">
                <a:extLst>
                  <a:ext uri="{FF2B5EF4-FFF2-40B4-BE49-F238E27FC236}">
                    <a16:creationId xmlns:a16="http://schemas.microsoft.com/office/drawing/2014/main" id="{79AECE16-DF6E-4797-37F9-0C8B939A6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0875" y="6321071"/>
                <a:ext cx="895117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F1EEDB6D-4550-A48F-DFD5-65AAA02CB77D}"/>
              </a:ext>
            </a:extLst>
          </p:cNvPr>
          <p:cNvCxnSpPr>
            <a:cxnSpLocks/>
          </p:cNvCxnSpPr>
          <p:nvPr/>
        </p:nvCxnSpPr>
        <p:spPr>
          <a:xfrm flipH="1">
            <a:off x="5217111" y="4631658"/>
            <a:ext cx="2768239" cy="193538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95">
                <a:extLst>
                  <a:ext uri="{FF2B5EF4-FFF2-40B4-BE49-F238E27FC236}">
                    <a16:creationId xmlns:a16="http://schemas.microsoft.com/office/drawing/2014/main" id="{3D920EFD-0BC8-4174-D53A-D5A567507913}"/>
                  </a:ext>
                </a:extLst>
              </p:cNvPr>
              <p:cNvSpPr txBox="1"/>
              <p:nvPr/>
            </p:nvSpPr>
            <p:spPr>
              <a:xfrm>
                <a:off x="6563368" y="4578302"/>
                <a:ext cx="89511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95">
                <a:extLst>
                  <a:ext uri="{FF2B5EF4-FFF2-40B4-BE49-F238E27FC236}">
                    <a16:creationId xmlns:a16="http://schemas.microsoft.com/office/drawing/2014/main" id="{3D920EFD-0BC8-4174-D53A-D5A5675079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3368" y="4578302"/>
                <a:ext cx="895117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95">
                <a:extLst>
                  <a:ext uri="{FF2B5EF4-FFF2-40B4-BE49-F238E27FC236}">
                    <a16:creationId xmlns:a16="http://schemas.microsoft.com/office/drawing/2014/main" id="{9581E370-1923-27E8-4871-9888A75EFAFC}"/>
                  </a:ext>
                </a:extLst>
              </p:cNvPr>
              <p:cNvSpPr txBox="1"/>
              <p:nvPr/>
            </p:nvSpPr>
            <p:spPr>
              <a:xfrm>
                <a:off x="4698826" y="5824294"/>
                <a:ext cx="89511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7" name="TextBox 95">
                <a:extLst>
                  <a:ext uri="{FF2B5EF4-FFF2-40B4-BE49-F238E27FC236}">
                    <a16:creationId xmlns:a16="http://schemas.microsoft.com/office/drawing/2014/main" id="{9581E370-1923-27E8-4871-9888A75EFA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8826" y="5824294"/>
                <a:ext cx="895117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E93DD6D8-5897-6059-8AE4-40FFF766D33B}"/>
              </a:ext>
            </a:extLst>
          </p:cNvPr>
          <p:cNvCxnSpPr>
            <a:cxnSpLocks/>
          </p:cNvCxnSpPr>
          <p:nvPr/>
        </p:nvCxnSpPr>
        <p:spPr>
          <a:xfrm>
            <a:off x="1365677" y="4393548"/>
            <a:ext cx="3826070" cy="217349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46">
            <a:extLst>
              <a:ext uri="{FF2B5EF4-FFF2-40B4-BE49-F238E27FC236}">
                <a16:creationId xmlns:a16="http://schemas.microsoft.com/office/drawing/2014/main" id="{59F57D28-CDA1-874B-0168-73B3FBD063F8}"/>
              </a:ext>
            </a:extLst>
          </p:cNvPr>
          <p:cNvCxnSpPr>
            <a:cxnSpLocks/>
            <a:stCxn id="28" idx="2"/>
          </p:cNvCxnSpPr>
          <p:nvPr/>
        </p:nvCxnSpPr>
        <p:spPr>
          <a:xfrm>
            <a:off x="1446551" y="3417343"/>
            <a:ext cx="529102" cy="25392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95">
                <a:extLst>
                  <a:ext uri="{FF2B5EF4-FFF2-40B4-BE49-F238E27FC236}">
                    <a16:creationId xmlns:a16="http://schemas.microsoft.com/office/drawing/2014/main" id="{EDD36B31-63B8-6B9B-EC7D-05D685D22C1E}"/>
                  </a:ext>
                </a:extLst>
              </p:cNvPr>
              <p:cNvSpPr txBox="1"/>
              <p:nvPr/>
            </p:nvSpPr>
            <p:spPr>
              <a:xfrm>
                <a:off x="1031957" y="4839912"/>
                <a:ext cx="89511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3" name="TextBox 95">
                <a:extLst>
                  <a:ext uri="{FF2B5EF4-FFF2-40B4-BE49-F238E27FC236}">
                    <a16:creationId xmlns:a16="http://schemas.microsoft.com/office/drawing/2014/main" id="{EDD36B31-63B8-6B9B-EC7D-05D685D22C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957" y="4839912"/>
                <a:ext cx="895117" cy="52322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46">
            <a:extLst>
              <a:ext uri="{FF2B5EF4-FFF2-40B4-BE49-F238E27FC236}">
                <a16:creationId xmlns:a16="http://schemas.microsoft.com/office/drawing/2014/main" id="{E1A97F44-0297-09B0-DD3A-C89310539550}"/>
              </a:ext>
            </a:extLst>
          </p:cNvPr>
          <p:cNvCxnSpPr>
            <a:cxnSpLocks/>
          </p:cNvCxnSpPr>
          <p:nvPr/>
        </p:nvCxnSpPr>
        <p:spPr>
          <a:xfrm flipH="1" flipV="1">
            <a:off x="1347871" y="4429317"/>
            <a:ext cx="82810" cy="53125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77324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20F15-5684-A4D8-58AA-B3C4C16F0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8CAF551B-8F5F-03FD-2573-FCCEF962E308}"/>
              </a:ext>
            </a:extLst>
          </p:cNvPr>
          <p:cNvCxnSpPr>
            <a:cxnSpLocks/>
          </p:cNvCxnSpPr>
          <p:nvPr/>
        </p:nvCxnSpPr>
        <p:spPr>
          <a:xfrm flipV="1">
            <a:off x="1808671" y="402553"/>
            <a:ext cx="3876675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25ED1C64-8535-90DE-4286-6176E505F67E}"/>
              </a:ext>
            </a:extLst>
          </p:cNvPr>
          <p:cNvCxnSpPr>
            <a:cxnSpLocks/>
          </p:cNvCxnSpPr>
          <p:nvPr/>
        </p:nvCxnSpPr>
        <p:spPr>
          <a:xfrm flipH="1" flipV="1">
            <a:off x="5685346" y="402553"/>
            <a:ext cx="3829050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F1FA2892-ACC2-F2B7-7538-CFEC65D66FF1}"/>
              </a:ext>
            </a:extLst>
          </p:cNvPr>
          <p:cNvCxnSpPr>
            <a:cxnSpLocks/>
          </p:cNvCxnSpPr>
          <p:nvPr/>
        </p:nvCxnSpPr>
        <p:spPr>
          <a:xfrm flipH="1">
            <a:off x="3885121" y="4174453"/>
            <a:ext cx="56197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Gerader Verbinder 107">
            <a:extLst>
              <a:ext uri="{FF2B5EF4-FFF2-40B4-BE49-F238E27FC236}">
                <a16:creationId xmlns:a16="http://schemas.microsoft.com/office/drawing/2014/main" id="{93FE19E2-A601-7BDC-2095-03A97E9ABFCE}"/>
              </a:ext>
            </a:extLst>
          </p:cNvPr>
          <p:cNvCxnSpPr>
            <a:cxnSpLocks/>
          </p:cNvCxnSpPr>
          <p:nvPr/>
        </p:nvCxnSpPr>
        <p:spPr>
          <a:xfrm flipH="1" flipV="1">
            <a:off x="2951671" y="3050503"/>
            <a:ext cx="933450" cy="11239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A4C6D637-CFD8-E119-19E6-F62AE41A03A1}"/>
              </a:ext>
            </a:extLst>
          </p:cNvPr>
          <p:cNvCxnSpPr/>
          <p:nvPr/>
        </p:nvCxnSpPr>
        <p:spPr>
          <a:xfrm>
            <a:off x="5685346" y="402553"/>
            <a:ext cx="0" cy="377190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E86BC306-96B1-4A85-5AEA-C16D35EC343C}"/>
              </a:ext>
            </a:extLst>
          </p:cNvPr>
          <p:cNvCxnSpPr>
            <a:cxnSpLocks/>
          </p:cNvCxnSpPr>
          <p:nvPr/>
        </p:nvCxnSpPr>
        <p:spPr>
          <a:xfrm>
            <a:off x="1808671" y="4174453"/>
            <a:ext cx="207645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25">
                <a:extLst>
                  <a:ext uri="{FF2B5EF4-FFF2-40B4-BE49-F238E27FC236}">
                    <a16:creationId xmlns:a16="http://schemas.microsoft.com/office/drawing/2014/main" id="{EDAA8924-414E-6978-E3B1-55CC5E570661}"/>
                  </a:ext>
                </a:extLst>
              </p:cNvPr>
              <p:cNvSpPr txBox="1"/>
              <p:nvPr/>
            </p:nvSpPr>
            <p:spPr>
              <a:xfrm>
                <a:off x="5719526" y="2377249"/>
                <a:ext cx="56130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131" name="TextBox 25">
                <a:extLst>
                  <a:ext uri="{FF2B5EF4-FFF2-40B4-BE49-F238E27FC236}">
                    <a16:creationId xmlns:a16="http://schemas.microsoft.com/office/drawing/2014/main" id="{EDAA8924-414E-6978-E3B1-55CC5E5706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9526" y="2377249"/>
                <a:ext cx="561308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Box 95">
                <a:extLst>
                  <a:ext uri="{FF2B5EF4-FFF2-40B4-BE49-F238E27FC236}">
                    <a16:creationId xmlns:a16="http://schemas.microsoft.com/office/drawing/2014/main" id="{CDFD0EF5-AF57-D0AD-0860-29DF4E66C2F3}"/>
                  </a:ext>
                </a:extLst>
              </p:cNvPr>
              <p:cNvSpPr txBox="1"/>
              <p:nvPr/>
            </p:nvSpPr>
            <p:spPr>
              <a:xfrm>
                <a:off x="5964435" y="-85470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0" name="TextBox 95">
                <a:extLst>
                  <a:ext uri="{FF2B5EF4-FFF2-40B4-BE49-F238E27FC236}">
                    <a16:creationId xmlns:a16="http://schemas.microsoft.com/office/drawing/2014/main" id="{CDFD0EF5-AF57-D0AD-0860-29DF4E66C2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4435" y="-85470"/>
                <a:ext cx="931986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DFCCB1A2-3B85-632C-14C0-1B46B0F0B7C5}"/>
                  </a:ext>
                </a:extLst>
              </p:cNvPr>
              <p:cNvSpPr txBox="1"/>
              <p:nvPr/>
            </p:nvSpPr>
            <p:spPr>
              <a:xfrm>
                <a:off x="2528991" y="5383662"/>
                <a:ext cx="90601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dirty="0" smtClean="0">
                          <a:latin typeface="Cambria Math" panose="02040503050406030204" pitchFamily="18" charset="0"/>
                        </a:rPr>
                        <m:t>(0,0)</m:t>
                      </m:r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DFCCB1A2-3B85-632C-14C0-1B46B0F0B7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8991" y="5383662"/>
                <a:ext cx="906017" cy="461665"/>
              </a:xfrm>
              <a:prstGeom prst="rect">
                <a:avLst/>
              </a:prstGeom>
              <a:blipFill>
                <a:blip r:embed="rId4"/>
                <a:stretch>
                  <a:fillRect l="-2027" r="-2703" b="-1578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6" name="Rectangle 5">
            <a:extLst>
              <a:ext uri="{FF2B5EF4-FFF2-40B4-BE49-F238E27FC236}">
                <a16:creationId xmlns:a16="http://schemas.microsoft.com/office/drawing/2014/main" id="{A8C119FA-BF57-B95D-97FF-1FD8DB4D6CAC}"/>
              </a:ext>
            </a:extLst>
          </p:cNvPr>
          <p:cNvSpPr/>
          <p:nvPr/>
        </p:nvSpPr>
        <p:spPr>
          <a:xfrm>
            <a:off x="8812224" y="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5E50CBD4-5DA2-8318-A7DA-9A56B8BC74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51521" y="46638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2.1</a:t>
            </a:r>
          </a:p>
        </p:txBody>
      </p: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F6B73F80-4963-D11D-26C4-773529ECFE39}"/>
              </a:ext>
            </a:extLst>
          </p:cNvPr>
          <p:cNvCxnSpPr>
            <a:cxnSpLocks/>
          </p:cNvCxnSpPr>
          <p:nvPr/>
        </p:nvCxnSpPr>
        <p:spPr>
          <a:xfrm flipH="1" flipV="1">
            <a:off x="3418396" y="2975866"/>
            <a:ext cx="751376" cy="93773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CDEFF9B1-07B6-54E0-F3BC-7C5EA1FF9FAD}"/>
              </a:ext>
            </a:extLst>
          </p:cNvPr>
          <p:cNvCxnSpPr>
            <a:cxnSpLocks/>
          </p:cNvCxnSpPr>
          <p:nvPr/>
        </p:nvCxnSpPr>
        <p:spPr>
          <a:xfrm flipH="1" flipV="1">
            <a:off x="2821707" y="3548476"/>
            <a:ext cx="829229" cy="93393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F4DFB31F-4654-1064-4AB1-B78F1F858332}"/>
              </a:ext>
            </a:extLst>
          </p:cNvPr>
          <p:cNvCxnSpPr>
            <a:cxnSpLocks/>
          </p:cNvCxnSpPr>
          <p:nvPr/>
        </p:nvCxnSpPr>
        <p:spPr>
          <a:xfrm flipH="1">
            <a:off x="4197028" y="3875805"/>
            <a:ext cx="4564893" cy="3026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5B5191D7-C60A-8091-8A24-9EC365866966}"/>
              </a:ext>
            </a:extLst>
          </p:cNvPr>
          <p:cNvCxnSpPr>
            <a:cxnSpLocks/>
          </p:cNvCxnSpPr>
          <p:nvPr/>
        </p:nvCxnSpPr>
        <p:spPr>
          <a:xfrm flipH="1">
            <a:off x="3403257" y="786028"/>
            <a:ext cx="2287393" cy="2183053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C94DE2A1-BFC8-7BC9-7957-4FEB8089CD7B}"/>
              </a:ext>
            </a:extLst>
          </p:cNvPr>
          <p:cNvCxnSpPr>
            <a:cxnSpLocks/>
          </p:cNvCxnSpPr>
          <p:nvPr/>
        </p:nvCxnSpPr>
        <p:spPr>
          <a:xfrm flipH="1">
            <a:off x="2143378" y="3548476"/>
            <a:ext cx="665967" cy="65624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43">
                <a:extLst>
                  <a:ext uri="{FF2B5EF4-FFF2-40B4-BE49-F238E27FC236}">
                    <a16:creationId xmlns:a16="http://schemas.microsoft.com/office/drawing/2014/main" id="{1B0BD1E9-A719-8548-E3B3-E8CDE948BF43}"/>
                  </a:ext>
                </a:extLst>
              </p:cNvPr>
              <p:cNvSpPr txBox="1"/>
              <p:nvPr/>
            </p:nvSpPr>
            <p:spPr>
              <a:xfrm>
                <a:off x="2603222" y="3043718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8" name="TextBox 43">
                <a:extLst>
                  <a:ext uri="{FF2B5EF4-FFF2-40B4-BE49-F238E27FC236}">
                    <a16:creationId xmlns:a16="http://schemas.microsoft.com/office/drawing/2014/main" id="{1B0BD1E9-A719-8548-E3B3-E8CDE948BF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3222" y="3043718"/>
                <a:ext cx="962571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43">
                <a:extLst>
                  <a:ext uri="{FF2B5EF4-FFF2-40B4-BE49-F238E27FC236}">
                    <a16:creationId xmlns:a16="http://schemas.microsoft.com/office/drawing/2014/main" id="{2AAABE6D-0D04-02C5-3170-82CB7F7DFA26}"/>
                  </a:ext>
                </a:extLst>
              </p:cNvPr>
              <p:cNvSpPr txBox="1"/>
              <p:nvPr/>
            </p:nvSpPr>
            <p:spPr>
              <a:xfrm>
                <a:off x="3546161" y="2726608"/>
                <a:ext cx="92557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9" name="TextBox 43">
                <a:extLst>
                  <a:ext uri="{FF2B5EF4-FFF2-40B4-BE49-F238E27FC236}">
                    <a16:creationId xmlns:a16="http://schemas.microsoft.com/office/drawing/2014/main" id="{2AAABE6D-0D04-02C5-3170-82CB7F7DFA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6161" y="2726608"/>
                <a:ext cx="925574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D992D48E-5002-72D2-BC92-BAC83EF3A757}"/>
              </a:ext>
            </a:extLst>
          </p:cNvPr>
          <p:cNvCxnSpPr>
            <a:cxnSpLocks/>
          </p:cNvCxnSpPr>
          <p:nvPr/>
        </p:nvCxnSpPr>
        <p:spPr>
          <a:xfrm flipH="1">
            <a:off x="3659357" y="4434181"/>
            <a:ext cx="5154139" cy="4823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43">
                <a:extLst>
                  <a:ext uri="{FF2B5EF4-FFF2-40B4-BE49-F238E27FC236}">
                    <a16:creationId xmlns:a16="http://schemas.microsoft.com/office/drawing/2014/main" id="{BE91A3D6-7196-9475-899F-F9F11AA7495D}"/>
                  </a:ext>
                </a:extLst>
              </p:cNvPr>
              <p:cNvSpPr txBox="1"/>
              <p:nvPr/>
            </p:nvSpPr>
            <p:spPr>
              <a:xfrm>
                <a:off x="3871144" y="4601349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5" name="TextBox 43">
                <a:extLst>
                  <a:ext uri="{FF2B5EF4-FFF2-40B4-BE49-F238E27FC236}">
                    <a16:creationId xmlns:a16="http://schemas.microsoft.com/office/drawing/2014/main" id="{BE91A3D6-7196-9475-899F-F9F11AA749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1144" y="4601349"/>
                <a:ext cx="962571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46">
            <a:extLst>
              <a:ext uri="{FF2B5EF4-FFF2-40B4-BE49-F238E27FC236}">
                <a16:creationId xmlns:a16="http://schemas.microsoft.com/office/drawing/2014/main" id="{4672AE56-E0A4-5E8B-747D-1D772FF8A70F}"/>
              </a:ext>
            </a:extLst>
          </p:cNvPr>
          <p:cNvCxnSpPr>
            <a:cxnSpLocks/>
          </p:cNvCxnSpPr>
          <p:nvPr/>
        </p:nvCxnSpPr>
        <p:spPr>
          <a:xfrm flipH="1" flipV="1">
            <a:off x="3659357" y="4566575"/>
            <a:ext cx="272369" cy="20517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95">
                <a:extLst>
                  <a:ext uri="{FF2B5EF4-FFF2-40B4-BE49-F238E27FC236}">
                    <a16:creationId xmlns:a16="http://schemas.microsoft.com/office/drawing/2014/main" id="{3F606B23-2CFC-2934-2EEF-823C1853CBA2}"/>
                  </a:ext>
                </a:extLst>
              </p:cNvPr>
              <p:cNvSpPr txBox="1"/>
              <p:nvPr/>
            </p:nvSpPr>
            <p:spPr>
              <a:xfrm>
                <a:off x="5655015" y="1470525"/>
                <a:ext cx="919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9" name="TextBox 95">
                <a:extLst>
                  <a:ext uri="{FF2B5EF4-FFF2-40B4-BE49-F238E27FC236}">
                    <a16:creationId xmlns:a16="http://schemas.microsoft.com/office/drawing/2014/main" id="{3F606B23-2CFC-2934-2EEF-823C1853CB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5015" y="1470525"/>
                <a:ext cx="919161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A369DF80-1B29-0F73-D10A-5B0E79DA3FAD}"/>
              </a:ext>
            </a:extLst>
          </p:cNvPr>
          <p:cNvCxnSpPr>
            <a:cxnSpLocks/>
          </p:cNvCxnSpPr>
          <p:nvPr/>
        </p:nvCxnSpPr>
        <p:spPr>
          <a:xfrm>
            <a:off x="5690650" y="819815"/>
            <a:ext cx="3122846" cy="30559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95">
                <a:extLst>
                  <a:ext uri="{FF2B5EF4-FFF2-40B4-BE49-F238E27FC236}">
                    <a16:creationId xmlns:a16="http://schemas.microsoft.com/office/drawing/2014/main" id="{284E93AB-F951-0EE4-400A-51F9504B99B1}"/>
                  </a:ext>
                </a:extLst>
              </p:cNvPr>
              <p:cNvSpPr txBox="1"/>
              <p:nvPr/>
            </p:nvSpPr>
            <p:spPr>
              <a:xfrm>
                <a:off x="7586866" y="3322228"/>
                <a:ext cx="919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95">
                <a:extLst>
                  <a:ext uri="{FF2B5EF4-FFF2-40B4-BE49-F238E27FC236}">
                    <a16:creationId xmlns:a16="http://schemas.microsoft.com/office/drawing/2014/main" id="{284E93AB-F951-0EE4-400A-51F9504B99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6866" y="3322228"/>
                <a:ext cx="919161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3">
                <a:extLst>
                  <a:ext uri="{FF2B5EF4-FFF2-40B4-BE49-F238E27FC236}">
                    <a16:creationId xmlns:a16="http://schemas.microsoft.com/office/drawing/2014/main" id="{E8C47A2A-C399-B38C-916A-B370217CF9DE}"/>
                  </a:ext>
                </a:extLst>
              </p:cNvPr>
              <p:cNvSpPr txBox="1"/>
              <p:nvPr/>
            </p:nvSpPr>
            <p:spPr>
              <a:xfrm>
                <a:off x="4084166" y="3341069"/>
                <a:ext cx="92557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8" name="TextBox 43">
                <a:extLst>
                  <a:ext uri="{FF2B5EF4-FFF2-40B4-BE49-F238E27FC236}">
                    <a16:creationId xmlns:a16="http://schemas.microsoft.com/office/drawing/2014/main" id="{E8C47A2A-C399-B38C-916A-B370217CF9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4166" y="3341069"/>
                <a:ext cx="925574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BF4F2B67-0048-F5DA-3549-184E5DD2B888}"/>
              </a:ext>
            </a:extLst>
          </p:cNvPr>
          <p:cNvCxnSpPr>
            <a:cxnSpLocks/>
          </p:cNvCxnSpPr>
          <p:nvPr/>
        </p:nvCxnSpPr>
        <p:spPr>
          <a:xfrm flipH="1">
            <a:off x="6054782" y="4174453"/>
            <a:ext cx="3450089" cy="24219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94FEDA7F-3322-BC82-63EF-40DE4F4E6751}"/>
              </a:ext>
            </a:extLst>
          </p:cNvPr>
          <p:cNvCxnSpPr>
            <a:cxnSpLocks/>
          </p:cNvCxnSpPr>
          <p:nvPr/>
        </p:nvCxnSpPr>
        <p:spPr>
          <a:xfrm flipH="1" flipV="1">
            <a:off x="1808671" y="4174453"/>
            <a:ext cx="4246111" cy="24219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95">
                <a:extLst>
                  <a:ext uri="{FF2B5EF4-FFF2-40B4-BE49-F238E27FC236}">
                    <a16:creationId xmlns:a16="http://schemas.microsoft.com/office/drawing/2014/main" id="{829C4041-BE04-AE8F-CDC0-633663DC70C6}"/>
                  </a:ext>
                </a:extLst>
              </p:cNvPr>
              <p:cNvSpPr txBox="1"/>
              <p:nvPr/>
            </p:nvSpPr>
            <p:spPr>
              <a:xfrm>
                <a:off x="6512034" y="6386869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1" name="TextBox 95">
                <a:extLst>
                  <a:ext uri="{FF2B5EF4-FFF2-40B4-BE49-F238E27FC236}">
                    <a16:creationId xmlns:a16="http://schemas.microsoft.com/office/drawing/2014/main" id="{829C4041-BE04-AE8F-CDC0-633663DC70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2034" y="6386869"/>
                <a:ext cx="931986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8448EE72-94B1-A367-3B1E-F337EE6D5FA4}"/>
              </a:ext>
            </a:extLst>
          </p:cNvPr>
          <p:cNvCxnSpPr>
            <a:cxnSpLocks/>
          </p:cNvCxnSpPr>
          <p:nvPr/>
        </p:nvCxnSpPr>
        <p:spPr>
          <a:xfrm flipH="1">
            <a:off x="6045257" y="4442832"/>
            <a:ext cx="2768239" cy="193538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95">
                <a:extLst>
                  <a:ext uri="{FF2B5EF4-FFF2-40B4-BE49-F238E27FC236}">
                    <a16:creationId xmlns:a16="http://schemas.microsoft.com/office/drawing/2014/main" id="{5579B2A1-2F35-D702-FE72-64DF07D62EE1}"/>
                  </a:ext>
                </a:extLst>
              </p:cNvPr>
              <p:cNvSpPr txBox="1"/>
              <p:nvPr/>
            </p:nvSpPr>
            <p:spPr>
              <a:xfrm>
                <a:off x="7391514" y="4389476"/>
                <a:ext cx="89511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95">
                <a:extLst>
                  <a:ext uri="{FF2B5EF4-FFF2-40B4-BE49-F238E27FC236}">
                    <a16:creationId xmlns:a16="http://schemas.microsoft.com/office/drawing/2014/main" id="{5579B2A1-2F35-D702-FE72-64DF07D62E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1514" y="4389476"/>
                <a:ext cx="895117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95">
                <a:extLst>
                  <a:ext uri="{FF2B5EF4-FFF2-40B4-BE49-F238E27FC236}">
                    <a16:creationId xmlns:a16="http://schemas.microsoft.com/office/drawing/2014/main" id="{F4BFC3CC-5709-7DCA-34C2-2F68D41F76E9}"/>
                  </a:ext>
                </a:extLst>
              </p:cNvPr>
              <p:cNvSpPr txBox="1"/>
              <p:nvPr/>
            </p:nvSpPr>
            <p:spPr>
              <a:xfrm>
                <a:off x="5526972" y="5635468"/>
                <a:ext cx="89511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7" name="TextBox 95">
                <a:extLst>
                  <a:ext uri="{FF2B5EF4-FFF2-40B4-BE49-F238E27FC236}">
                    <a16:creationId xmlns:a16="http://schemas.microsoft.com/office/drawing/2014/main" id="{F4BFC3CC-5709-7DCA-34C2-2F68D41F76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6972" y="5635468"/>
                <a:ext cx="895117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115D0022-E8F5-BADF-2C17-D9C74A32CECC}"/>
              </a:ext>
            </a:extLst>
          </p:cNvPr>
          <p:cNvCxnSpPr>
            <a:cxnSpLocks/>
          </p:cNvCxnSpPr>
          <p:nvPr/>
        </p:nvCxnSpPr>
        <p:spPr>
          <a:xfrm>
            <a:off x="2193823" y="4204722"/>
            <a:ext cx="3826070" cy="217349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46">
            <a:extLst>
              <a:ext uri="{FF2B5EF4-FFF2-40B4-BE49-F238E27FC236}">
                <a16:creationId xmlns:a16="http://schemas.microsoft.com/office/drawing/2014/main" id="{A8D62753-8643-234A-E268-2C3B282AA7DB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2879493" y="3566938"/>
            <a:ext cx="205015" cy="3026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95">
                <a:extLst>
                  <a:ext uri="{FF2B5EF4-FFF2-40B4-BE49-F238E27FC236}">
                    <a16:creationId xmlns:a16="http://schemas.microsoft.com/office/drawing/2014/main" id="{6745FCA9-64B0-1F3F-D5F6-454A51B78E4A}"/>
                  </a:ext>
                </a:extLst>
              </p:cNvPr>
              <p:cNvSpPr txBox="1"/>
              <p:nvPr/>
            </p:nvSpPr>
            <p:spPr>
              <a:xfrm>
                <a:off x="1860103" y="4651086"/>
                <a:ext cx="89511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3" name="TextBox 95">
                <a:extLst>
                  <a:ext uri="{FF2B5EF4-FFF2-40B4-BE49-F238E27FC236}">
                    <a16:creationId xmlns:a16="http://schemas.microsoft.com/office/drawing/2014/main" id="{6745FCA9-64B0-1F3F-D5F6-454A51B78E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0103" y="4651086"/>
                <a:ext cx="895117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46">
            <a:extLst>
              <a:ext uri="{FF2B5EF4-FFF2-40B4-BE49-F238E27FC236}">
                <a16:creationId xmlns:a16="http://schemas.microsoft.com/office/drawing/2014/main" id="{07ADD47B-D2EE-BDCA-5DBA-9A3A379308EF}"/>
              </a:ext>
            </a:extLst>
          </p:cNvPr>
          <p:cNvCxnSpPr>
            <a:cxnSpLocks/>
          </p:cNvCxnSpPr>
          <p:nvPr/>
        </p:nvCxnSpPr>
        <p:spPr>
          <a:xfrm flipH="1" flipV="1">
            <a:off x="2176017" y="4240491"/>
            <a:ext cx="82810" cy="53125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D1AFBF67-01A4-09DF-9EF2-91D493B0C825}"/>
              </a:ext>
            </a:extLst>
          </p:cNvPr>
          <p:cNvCxnSpPr>
            <a:cxnSpLocks/>
          </p:cNvCxnSpPr>
          <p:nvPr/>
        </p:nvCxnSpPr>
        <p:spPr>
          <a:xfrm>
            <a:off x="5717531" y="72784"/>
            <a:ext cx="3796865" cy="376807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F7256049-B562-58C5-5F0A-A04552986683}"/>
              </a:ext>
            </a:extLst>
          </p:cNvPr>
          <p:cNvCxnSpPr>
            <a:cxnSpLocks/>
          </p:cNvCxnSpPr>
          <p:nvPr/>
        </p:nvCxnSpPr>
        <p:spPr>
          <a:xfrm flipV="1">
            <a:off x="1738523" y="56846"/>
            <a:ext cx="3927434" cy="381895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46">
            <a:extLst>
              <a:ext uri="{FF2B5EF4-FFF2-40B4-BE49-F238E27FC236}">
                <a16:creationId xmlns:a16="http://schemas.microsoft.com/office/drawing/2014/main" id="{E58AE1F5-966D-4D50-5BBC-DF2216ECA161}"/>
              </a:ext>
            </a:extLst>
          </p:cNvPr>
          <p:cNvCxnSpPr>
            <a:cxnSpLocks/>
          </p:cNvCxnSpPr>
          <p:nvPr/>
        </p:nvCxnSpPr>
        <p:spPr>
          <a:xfrm flipH="1" flipV="1">
            <a:off x="5717532" y="940333"/>
            <a:ext cx="252465" cy="59085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95">
                <a:extLst>
                  <a:ext uri="{FF2B5EF4-FFF2-40B4-BE49-F238E27FC236}">
                    <a16:creationId xmlns:a16="http://schemas.microsoft.com/office/drawing/2014/main" id="{B3C2484C-360D-1002-80F4-085787FEA76C}"/>
                  </a:ext>
                </a:extLst>
              </p:cNvPr>
              <p:cNvSpPr txBox="1"/>
              <p:nvPr/>
            </p:nvSpPr>
            <p:spPr>
              <a:xfrm>
                <a:off x="1159818" y="3106109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7" name="TextBox 95">
                <a:extLst>
                  <a:ext uri="{FF2B5EF4-FFF2-40B4-BE49-F238E27FC236}">
                    <a16:creationId xmlns:a16="http://schemas.microsoft.com/office/drawing/2014/main" id="{B3C2484C-360D-1002-80F4-085787FEA7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9818" y="3106109"/>
                <a:ext cx="931986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95">
                <a:extLst>
                  <a:ext uri="{FF2B5EF4-FFF2-40B4-BE49-F238E27FC236}">
                    <a16:creationId xmlns:a16="http://schemas.microsoft.com/office/drawing/2014/main" id="{51EBF3AD-FD09-932F-90F9-B64A014B91A7}"/>
                  </a:ext>
                </a:extLst>
              </p:cNvPr>
              <p:cNvSpPr txBox="1"/>
              <p:nvPr/>
            </p:nvSpPr>
            <p:spPr>
              <a:xfrm>
                <a:off x="9275260" y="3178715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7" name="TextBox 95">
                <a:extLst>
                  <a:ext uri="{FF2B5EF4-FFF2-40B4-BE49-F238E27FC236}">
                    <a16:creationId xmlns:a16="http://schemas.microsoft.com/office/drawing/2014/main" id="{51EBF3AD-FD09-932F-90F9-B64A014B91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75260" y="3178715"/>
                <a:ext cx="931986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D0CC6F69-B0E6-D46A-3EE1-A94271B72AEB}"/>
              </a:ext>
            </a:extLst>
          </p:cNvPr>
          <p:cNvCxnSpPr>
            <a:cxnSpLocks/>
          </p:cNvCxnSpPr>
          <p:nvPr/>
        </p:nvCxnSpPr>
        <p:spPr>
          <a:xfrm flipH="1" flipV="1">
            <a:off x="9533785" y="3868731"/>
            <a:ext cx="632033" cy="2220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95">
                <a:extLst>
                  <a:ext uri="{FF2B5EF4-FFF2-40B4-BE49-F238E27FC236}">
                    <a16:creationId xmlns:a16="http://schemas.microsoft.com/office/drawing/2014/main" id="{8242DBD4-921B-66A0-96FF-25562C999B30}"/>
                  </a:ext>
                </a:extLst>
              </p:cNvPr>
              <p:cNvSpPr txBox="1"/>
              <p:nvPr/>
            </p:nvSpPr>
            <p:spPr>
              <a:xfrm>
                <a:off x="10139599" y="3557846"/>
                <a:ext cx="107369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6" name="TextBox 95">
                <a:extLst>
                  <a:ext uri="{FF2B5EF4-FFF2-40B4-BE49-F238E27FC236}">
                    <a16:creationId xmlns:a16="http://schemas.microsoft.com/office/drawing/2014/main" id="{8242DBD4-921B-66A0-96FF-25562C999B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9599" y="3557846"/>
                <a:ext cx="1073692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AAD49618-4522-2226-27B4-15B48E4E9D5D}"/>
              </a:ext>
            </a:extLst>
          </p:cNvPr>
          <p:cNvCxnSpPr>
            <a:cxnSpLocks/>
          </p:cNvCxnSpPr>
          <p:nvPr/>
        </p:nvCxnSpPr>
        <p:spPr>
          <a:xfrm flipV="1">
            <a:off x="6145190" y="4405997"/>
            <a:ext cx="3359681" cy="232207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95">
                <a:extLst>
                  <a:ext uri="{FF2B5EF4-FFF2-40B4-BE49-F238E27FC236}">
                    <a16:creationId xmlns:a16="http://schemas.microsoft.com/office/drawing/2014/main" id="{9DC43BAD-27A4-CDCF-3EFF-076B0C8F3C98}"/>
                  </a:ext>
                </a:extLst>
              </p:cNvPr>
              <p:cNvSpPr txBox="1"/>
              <p:nvPr/>
            </p:nvSpPr>
            <p:spPr>
              <a:xfrm>
                <a:off x="9330700" y="4478987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1" name="TextBox 95">
                <a:extLst>
                  <a:ext uri="{FF2B5EF4-FFF2-40B4-BE49-F238E27FC236}">
                    <a16:creationId xmlns:a16="http://schemas.microsoft.com/office/drawing/2014/main" id="{9DC43BAD-27A4-CDCF-3EFF-076B0C8F3C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0700" y="4478987"/>
                <a:ext cx="931986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05E49B8D-4037-87DD-6DB6-6BF0D7329248}"/>
              </a:ext>
            </a:extLst>
          </p:cNvPr>
          <p:cNvCxnSpPr>
            <a:cxnSpLocks/>
          </p:cNvCxnSpPr>
          <p:nvPr/>
        </p:nvCxnSpPr>
        <p:spPr>
          <a:xfrm flipH="1" flipV="1">
            <a:off x="9456481" y="4399608"/>
            <a:ext cx="632033" cy="2220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ACD1DDFC-BD40-1A02-1599-FB99DF166E23}"/>
              </a:ext>
            </a:extLst>
          </p:cNvPr>
          <p:cNvCxnSpPr>
            <a:cxnSpLocks/>
          </p:cNvCxnSpPr>
          <p:nvPr/>
        </p:nvCxnSpPr>
        <p:spPr>
          <a:xfrm flipH="1">
            <a:off x="10139599" y="3890939"/>
            <a:ext cx="21332" cy="53087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95">
                <a:extLst>
                  <a:ext uri="{FF2B5EF4-FFF2-40B4-BE49-F238E27FC236}">
                    <a16:creationId xmlns:a16="http://schemas.microsoft.com/office/drawing/2014/main" id="{8A454E59-C777-1380-E997-F4387126ECF1}"/>
                  </a:ext>
                </a:extLst>
              </p:cNvPr>
              <p:cNvSpPr txBox="1"/>
              <p:nvPr/>
            </p:nvSpPr>
            <p:spPr>
              <a:xfrm>
                <a:off x="10233428" y="4172571"/>
                <a:ext cx="108119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bout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6" name="TextBox 95">
                <a:extLst>
                  <a:ext uri="{FF2B5EF4-FFF2-40B4-BE49-F238E27FC236}">
                    <a16:creationId xmlns:a16="http://schemas.microsoft.com/office/drawing/2014/main" id="{8A454E59-C777-1380-E997-F4387126EC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3428" y="4172571"/>
                <a:ext cx="1081193" cy="52322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95">
                <a:extLst>
                  <a:ext uri="{FF2B5EF4-FFF2-40B4-BE49-F238E27FC236}">
                    <a16:creationId xmlns:a16="http://schemas.microsoft.com/office/drawing/2014/main" id="{901693F7-24D0-5E35-AFBA-C779618FD229}"/>
                  </a:ext>
                </a:extLst>
              </p:cNvPr>
              <p:cNvSpPr txBox="1"/>
              <p:nvPr/>
            </p:nvSpPr>
            <p:spPr>
              <a:xfrm>
                <a:off x="1123003" y="4467052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9" name="TextBox 95">
                <a:extLst>
                  <a:ext uri="{FF2B5EF4-FFF2-40B4-BE49-F238E27FC236}">
                    <a16:creationId xmlns:a16="http://schemas.microsoft.com/office/drawing/2014/main" id="{901693F7-24D0-5E35-AFBA-C779618FD2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3003" y="4467052"/>
                <a:ext cx="931986" cy="52322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D489D62E-814A-7BAD-9EEC-441C726C3B2F}"/>
              </a:ext>
            </a:extLst>
          </p:cNvPr>
          <p:cNvCxnSpPr>
            <a:cxnSpLocks/>
          </p:cNvCxnSpPr>
          <p:nvPr/>
        </p:nvCxnSpPr>
        <p:spPr>
          <a:xfrm>
            <a:off x="1783307" y="4441730"/>
            <a:ext cx="4218780" cy="233869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453B225E-9828-D65E-686C-2CA526A91A5B}"/>
              </a:ext>
            </a:extLst>
          </p:cNvPr>
          <p:cNvCxnSpPr>
            <a:cxnSpLocks/>
          </p:cNvCxnSpPr>
          <p:nvPr/>
        </p:nvCxnSpPr>
        <p:spPr>
          <a:xfrm flipH="1">
            <a:off x="1037623" y="3886414"/>
            <a:ext cx="673644" cy="22486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DBA0FDA9-9B8A-32B7-4188-FD0FB7F0AB26}"/>
              </a:ext>
            </a:extLst>
          </p:cNvPr>
          <p:cNvCxnSpPr>
            <a:cxnSpLocks/>
          </p:cNvCxnSpPr>
          <p:nvPr/>
        </p:nvCxnSpPr>
        <p:spPr>
          <a:xfrm flipH="1" flipV="1">
            <a:off x="1050856" y="4312519"/>
            <a:ext cx="732451" cy="12921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FA9AD369-2DF8-4056-5808-183737D40852}"/>
              </a:ext>
            </a:extLst>
          </p:cNvPr>
          <p:cNvCxnSpPr/>
          <p:nvPr/>
        </p:nvCxnSpPr>
        <p:spPr>
          <a:xfrm>
            <a:off x="1037623" y="4111280"/>
            <a:ext cx="0" cy="20123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1">
                <a:extLst>
                  <a:ext uri="{FF2B5EF4-FFF2-40B4-BE49-F238E27FC236}">
                    <a16:creationId xmlns:a16="http://schemas.microsoft.com/office/drawing/2014/main" id="{D9F38529-0AC8-8DB5-74D0-00116A4063B8}"/>
                  </a:ext>
                </a:extLst>
              </p:cNvPr>
              <p:cNvSpPr txBox="1"/>
              <p:nvPr/>
            </p:nvSpPr>
            <p:spPr>
              <a:xfrm>
                <a:off x="410518" y="4228061"/>
                <a:ext cx="8646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9" name="TextBox 61">
                <a:extLst>
                  <a:ext uri="{FF2B5EF4-FFF2-40B4-BE49-F238E27FC236}">
                    <a16:creationId xmlns:a16="http://schemas.microsoft.com/office/drawing/2014/main" id="{D9F38529-0AC8-8DB5-74D0-00116A4063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518" y="4228061"/>
                <a:ext cx="864660" cy="52322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2">
                <a:extLst>
                  <a:ext uri="{FF2B5EF4-FFF2-40B4-BE49-F238E27FC236}">
                    <a16:creationId xmlns:a16="http://schemas.microsoft.com/office/drawing/2014/main" id="{CF30EA4E-4939-E8C2-9C07-A53DC3C8BC39}"/>
                  </a:ext>
                </a:extLst>
              </p:cNvPr>
              <p:cNvSpPr txBox="1"/>
              <p:nvPr/>
            </p:nvSpPr>
            <p:spPr>
              <a:xfrm>
                <a:off x="416650" y="3474951"/>
                <a:ext cx="87748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0" name="TextBox 62">
                <a:extLst>
                  <a:ext uri="{FF2B5EF4-FFF2-40B4-BE49-F238E27FC236}">
                    <a16:creationId xmlns:a16="http://schemas.microsoft.com/office/drawing/2014/main" id="{CF30EA4E-4939-E8C2-9C07-A53DC3C8BC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650" y="3474951"/>
                <a:ext cx="877484" cy="52322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21140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1A41B-498C-8586-C0E0-85C20E1EA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4F5B38B-93EF-73EA-B017-80D675E0D8F0}"/>
              </a:ext>
            </a:extLst>
          </p:cNvPr>
          <p:cNvSpPr/>
          <p:nvPr/>
        </p:nvSpPr>
        <p:spPr>
          <a:xfrm>
            <a:off x="9916511" y="-61553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7C41E384-FCAB-84B9-07FE-C3F2AE834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16510" y="11231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2.1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6D4F985-364B-77A5-6336-0EFB9EC3FCB4}"/>
                  </a:ext>
                </a:extLst>
              </p:cNvPr>
              <p:cNvSpPr txBox="1"/>
              <p:nvPr/>
            </p:nvSpPr>
            <p:spPr>
              <a:xfrm>
                <a:off x="815957" y="3698261"/>
                <a:ext cx="8646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40E95BC4-EA12-23BC-45A6-68AA8962BE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957" y="3698261"/>
                <a:ext cx="864660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69549752-D82A-DDA5-C6ED-3FC1F663279B}"/>
                  </a:ext>
                </a:extLst>
              </p:cNvPr>
              <p:cNvSpPr txBox="1"/>
              <p:nvPr/>
            </p:nvSpPr>
            <p:spPr>
              <a:xfrm>
                <a:off x="1018742" y="2522126"/>
                <a:ext cx="87748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B0C6CFE9-76B6-346B-9900-DA4B554822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742" y="2522126"/>
                <a:ext cx="877484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18B50CB-907F-868F-A3D2-DD535CC01F78}"/>
              </a:ext>
            </a:extLst>
          </p:cNvPr>
          <p:cNvCxnSpPr>
            <a:cxnSpLocks/>
            <a:stCxn id="63" idx="2"/>
          </p:cNvCxnSpPr>
          <p:nvPr/>
        </p:nvCxnSpPr>
        <p:spPr>
          <a:xfrm>
            <a:off x="1457484" y="3045346"/>
            <a:ext cx="169412" cy="28157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1674EF06-11DF-B8EF-ED9A-6DF3F2751329}"/>
              </a:ext>
            </a:extLst>
          </p:cNvPr>
          <p:cNvCxnSpPr>
            <a:cxnSpLocks/>
          </p:cNvCxnSpPr>
          <p:nvPr/>
        </p:nvCxnSpPr>
        <p:spPr>
          <a:xfrm flipV="1">
            <a:off x="1274850" y="3517396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ADDFA69D-E37B-1F8C-4F0E-8C2D31BAD98E}"/>
                  </a:ext>
                </a:extLst>
              </p:cNvPr>
              <p:cNvSpPr txBox="1"/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91419FCE-A941-2984-C20E-69B503BF22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FCD0455A-E4F6-79A4-E419-C9D3A9E2B777}"/>
              </a:ext>
            </a:extLst>
          </p:cNvPr>
          <p:cNvCxnSpPr>
            <a:cxnSpLocks/>
          </p:cNvCxnSpPr>
          <p:nvPr/>
        </p:nvCxnSpPr>
        <p:spPr>
          <a:xfrm flipH="1">
            <a:off x="9642820" y="2757537"/>
            <a:ext cx="308590" cy="316099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ED7764FF-6BF9-9227-004E-A57E7870538D}"/>
                  </a:ext>
                </a:extLst>
              </p:cNvPr>
              <p:cNvSpPr txBox="1"/>
              <p:nvPr/>
            </p:nvSpPr>
            <p:spPr>
              <a:xfrm>
                <a:off x="9804965" y="4080073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E4044601-E78F-438B-5001-4886577DFA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4965" y="4080073"/>
                <a:ext cx="931986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84463FBD-4D7B-4BE2-6875-E011F2E1C506}"/>
                  </a:ext>
                </a:extLst>
              </p:cNvPr>
              <p:cNvSpPr txBox="1"/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E39C1088-EB89-A795-5118-9EE755D096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D98A0774-4477-4E09-CD2D-BF3F8D8E6F8A}"/>
                  </a:ext>
                </a:extLst>
              </p:cNvPr>
              <p:cNvSpPr txBox="1"/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D4459A56-534B-D59E-EA58-D7400D0DFE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8FCF2F46-3A08-C592-49A7-E947AF5672DD}"/>
                  </a:ext>
                </a:extLst>
              </p:cNvPr>
              <p:cNvSpPr txBox="1"/>
              <p:nvPr/>
            </p:nvSpPr>
            <p:spPr>
              <a:xfrm>
                <a:off x="5606429" y="423584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11850A5A-666D-710B-2E6A-155BB57B58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6429" y="423584"/>
                <a:ext cx="931986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9" name="Group 88">
            <a:extLst>
              <a:ext uri="{FF2B5EF4-FFF2-40B4-BE49-F238E27FC236}">
                <a16:creationId xmlns:a16="http://schemas.microsoft.com/office/drawing/2014/main" id="{B0E4A8C9-E212-472A-1C23-83210759555D}"/>
              </a:ext>
            </a:extLst>
          </p:cNvPr>
          <p:cNvGrpSpPr/>
          <p:nvPr/>
        </p:nvGrpSpPr>
        <p:grpSpPr>
          <a:xfrm>
            <a:off x="5569182" y="3143649"/>
            <a:ext cx="1255894" cy="523220"/>
            <a:chOff x="5372824" y="4174268"/>
            <a:chExt cx="734184" cy="52322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3952AFC3-0143-48D3-EB51-6A0668F3A3CF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CBF3AE1-DB93-FB9B-CE0B-C949A9EED01D}"/>
                    </a:ext>
                  </a:extLst>
                </p:cNvPr>
                <p:cNvSpPr txBox="1"/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6A986EE-DE76-D8E3-1E1E-7426F9D7C2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blipFill>
                  <a:blip r:embed="rId10"/>
                  <a:stretch>
                    <a:fillRect l="-5340" t="-12791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F0AEF86F-4E57-86F3-BAA3-0FBB1B70C267}"/>
                  </a:ext>
                </a:extLst>
              </p:cNvPr>
              <p:cNvSpPr txBox="1"/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6CC33C25-0DB3-B70A-4C3A-5C4544AA02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F2E6CD64-B294-F1B9-1C4B-40BBC9C1F62D}"/>
                  </a:ext>
                </a:extLst>
              </p:cNvPr>
              <p:cNvSpPr txBox="1"/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F5501324-9170-7AB4-4B49-09E4052789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BB0BDE65-0B2B-6125-B8B8-33C3FF33422C}"/>
              </a:ext>
            </a:extLst>
          </p:cNvPr>
          <p:cNvCxnSpPr>
            <a:cxnSpLocks/>
          </p:cNvCxnSpPr>
          <p:nvPr/>
        </p:nvCxnSpPr>
        <p:spPr>
          <a:xfrm flipH="1">
            <a:off x="2386945" y="1033398"/>
            <a:ext cx="4010158" cy="222375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B4F9676-F7DA-7FDC-0196-66C4735A890C}"/>
              </a:ext>
            </a:extLst>
          </p:cNvPr>
          <p:cNvCxnSpPr>
            <a:cxnSpLocks/>
          </p:cNvCxnSpPr>
          <p:nvPr/>
        </p:nvCxnSpPr>
        <p:spPr>
          <a:xfrm flipH="1" flipV="1">
            <a:off x="2386945" y="3637348"/>
            <a:ext cx="3726350" cy="24399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F624C3B5-82CE-AD2F-61F7-D89EFF6C592B}"/>
              </a:ext>
            </a:extLst>
          </p:cNvPr>
          <p:cNvCxnSpPr>
            <a:cxnSpLocks/>
          </p:cNvCxnSpPr>
          <p:nvPr/>
        </p:nvCxnSpPr>
        <p:spPr>
          <a:xfrm flipV="1">
            <a:off x="1701800" y="3259290"/>
            <a:ext cx="670125" cy="1007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05594108-02ED-D241-3B76-49FA60AA0C5D}"/>
              </a:ext>
            </a:extLst>
          </p:cNvPr>
          <p:cNvCxnSpPr>
            <a:cxnSpLocks/>
          </p:cNvCxnSpPr>
          <p:nvPr/>
        </p:nvCxnSpPr>
        <p:spPr>
          <a:xfrm>
            <a:off x="1701800" y="3429000"/>
            <a:ext cx="685145" cy="2083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7E2B7EC-B335-0174-BD98-E8CC21028133}"/>
              </a:ext>
            </a:extLst>
          </p:cNvPr>
          <p:cNvCxnSpPr>
            <a:cxnSpLocks/>
          </p:cNvCxnSpPr>
          <p:nvPr/>
        </p:nvCxnSpPr>
        <p:spPr>
          <a:xfrm>
            <a:off x="5665508" y="3101900"/>
            <a:ext cx="3475184" cy="2793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B8630BC-2E95-AC9E-48A9-5B64ED3A7977}"/>
              </a:ext>
            </a:extLst>
          </p:cNvPr>
          <p:cNvCxnSpPr>
            <a:cxnSpLocks/>
          </p:cNvCxnSpPr>
          <p:nvPr/>
        </p:nvCxnSpPr>
        <p:spPr>
          <a:xfrm>
            <a:off x="5506907" y="3636633"/>
            <a:ext cx="3633785" cy="335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DA8C18EE-7F04-ED9E-28C2-B883E7616D5E}"/>
              </a:ext>
            </a:extLst>
          </p:cNvPr>
          <p:cNvCxnSpPr>
            <a:cxnSpLocks/>
          </p:cNvCxnSpPr>
          <p:nvPr/>
        </p:nvCxnSpPr>
        <p:spPr>
          <a:xfrm flipH="1">
            <a:off x="2682056" y="2455834"/>
            <a:ext cx="1738732" cy="9191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803E47A7-FC31-FFBE-DD3C-20FE750DB131}"/>
              </a:ext>
            </a:extLst>
          </p:cNvPr>
          <p:cNvCxnSpPr>
            <a:cxnSpLocks/>
          </p:cNvCxnSpPr>
          <p:nvPr/>
        </p:nvCxnSpPr>
        <p:spPr>
          <a:xfrm flipH="1" flipV="1">
            <a:off x="2671342" y="3388356"/>
            <a:ext cx="3424658" cy="226562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277EC78E-BE3B-7F12-09A2-981D3EED48FE}"/>
              </a:ext>
            </a:extLst>
          </p:cNvPr>
          <p:cNvCxnSpPr>
            <a:cxnSpLocks/>
          </p:cNvCxnSpPr>
          <p:nvPr/>
        </p:nvCxnSpPr>
        <p:spPr>
          <a:xfrm>
            <a:off x="6397103" y="1393080"/>
            <a:ext cx="2743589" cy="17206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D6B22EC-508D-D02B-E7C0-87C9D44F77CB}"/>
              </a:ext>
            </a:extLst>
          </p:cNvPr>
          <p:cNvCxnSpPr>
            <a:cxnSpLocks/>
          </p:cNvCxnSpPr>
          <p:nvPr/>
        </p:nvCxnSpPr>
        <p:spPr>
          <a:xfrm>
            <a:off x="6397031" y="1013458"/>
            <a:ext cx="3444996" cy="22200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92010FDA-A040-00DE-2ECE-4B2F10EC6D8A}"/>
              </a:ext>
            </a:extLst>
          </p:cNvPr>
          <p:cNvCxnSpPr>
            <a:cxnSpLocks/>
          </p:cNvCxnSpPr>
          <p:nvPr/>
        </p:nvCxnSpPr>
        <p:spPr>
          <a:xfrm flipV="1">
            <a:off x="6096000" y="3682508"/>
            <a:ext cx="3044692" cy="19714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27D2F9FB-5FFE-9013-A11A-53EA571D1571}"/>
              </a:ext>
            </a:extLst>
          </p:cNvPr>
          <p:cNvCxnSpPr>
            <a:cxnSpLocks/>
          </p:cNvCxnSpPr>
          <p:nvPr/>
        </p:nvCxnSpPr>
        <p:spPr>
          <a:xfrm flipV="1">
            <a:off x="6113295" y="3500583"/>
            <a:ext cx="3838115" cy="25766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9EBDE13F-36D0-3BDF-5061-27E6AFD0059B}"/>
              </a:ext>
            </a:extLst>
          </p:cNvPr>
          <p:cNvGrpSpPr/>
          <p:nvPr/>
        </p:nvGrpSpPr>
        <p:grpSpPr>
          <a:xfrm>
            <a:off x="4129280" y="1204017"/>
            <a:ext cx="1255894" cy="523220"/>
            <a:chOff x="5372824" y="4250468"/>
            <a:chExt cx="734184" cy="52322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7C630942-3956-F253-E452-278F112EEFE1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0BF16BAB-B296-CD20-557D-F76E87703876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GB" sz="280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F5810265-B488-ED8F-621B-EAEB445B72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3"/>
                  <a:stretch>
                    <a:fillRect l="-4854" t="-12941" b="-329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3D6C802B-1B37-31D8-1DA6-B2B85B2B2950}"/>
              </a:ext>
            </a:extLst>
          </p:cNvPr>
          <p:cNvGrpSpPr/>
          <p:nvPr/>
        </p:nvGrpSpPr>
        <p:grpSpPr>
          <a:xfrm>
            <a:off x="3501333" y="5137162"/>
            <a:ext cx="1255894" cy="523220"/>
            <a:chOff x="5372824" y="4250468"/>
            <a:chExt cx="734184" cy="52322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1939A0A3-2692-A988-B653-3AFA6D104BA7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B595E2D1-0CBC-5F1C-7320-A97E0ACA6BAD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800" b="1" i="1" dirty="0" smtClean="0">
                          <a:latin typeface="Cambria Math" panose="02040503050406030204" pitchFamily="18" charset="0"/>
                        </a:rPr>
                        <m:t>𝟑</m:t>
                      </m:r>
                    </m:oMath>
                  </a14:m>
                  <a:endParaRPr lang="en-DE" sz="2800" b="1" dirty="0"/>
                </a:p>
              </p:txBody>
            </p:sp>
          </mc:Choice>
          <mc:Fallback xmlns="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9A12650B-C192-F2A9-A2CC-B335B8DF1E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4"/>
                  <a:stretch>
                    <a:fillRect l="-7282" t="-12791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89022F60-2DFE-64B1-8F6F-2723865CFFAA}"/>
                  </a:ext>
                </a:extLst>
              </p:cNvPr>
              <p:cNvSpPr txBox="1"/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C6DF75BA-C4FB-3275-95AE-8394CB06EA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6AE24504-9821-E1AF-ED11-7C2EAC360468}"/>
                  </a:ext>
                </a:extLst>
              </p:cNvPr>
              <p:cNvSpPr txBox="1"/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068F1157-053A-6D98-8C13-04D3949974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B86E169F-DE2A-7770-B374-6A983BF6EA9A}"/>
              </a:ext>
            </a:extLst>
          </p:cNvPr>
          <p:cNvCxnSpPr>
            <a:cxnSpLocks/>
          </p:cNvCxnSpPr>
          <p:nvPr/>
        </p:nvCxnSpPr>
        <p:spPr>
          <a:xfrm>
            <a:off x="2279520" y="2409968"/>
            <a:ext cx="357974" cy="65117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3F30B511-F48E-667C-2057-683B732CAE2E}"/>
              </a:ext>
            </a:extLst>
          </p:cNvPr>
          <p:cNvCxnSpPr>
            <a:cxnSpLocks/>
          </p:cNvCxnSpPr>
          <p:nvPr/>
        </p:nvCxnSpPr>
        <p:spPr>
          <a:xfrm flipH="1">
            <a:off x="3333381" y="2940823"/>
            <a:ext cx="476671" cy="13281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209FB0DC-2564-A4DF-69C9-9C642953BA84}"/>
                  </a:ext>
                </a:extLst>
              </p:cNvPr>
              <p:cNvSpPr txBox="1"/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01445601-3CFD-C6D1-30BA-B9C76F95BC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4826089D-DC65-9061-9935-2F80AB28A845}"/>
                  </a:ext>
                </a:extLst>
              </p:cNvPr>
              <p:cNvSpPr txBox="1"/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8E7292CC-7AAE-FC3A-88CE-1021A6D5F3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A1F9B402-AEBC-D1A0-B1A1-4300754B7F9B}"/>
                  </a:ext>
                </a:extLst>
              </p:cNvPr>
              <p:cNvSpPr txBox="1"/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C4260F7B-10C3-BE0D-3AAB-928AC688F3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24740AE-D204-D824-83D5-E95A63E9D4A6}"/>
              </a:ext>
            </a:extLst>
          </p:cNvPr>
          <p:cNvCxnSpPr>
            <a:cxnSpLocks/>
          </p:cNvCxnSpPr>
          <p:nvPr/>
        </p:nvCxnSpPr>
        <p:spPr>
          <a:xfrm flipV="1">
            <a:off x="2083664" y="3664572"/>
            <a:ext cx="315243" cy="67505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3CA9038-76E7-CD58-657C-ED3813B14434}"/>
                  </a:ext>
                </a:extLst>
              </p:cNvPr>
              <p:cNvSpPr txBox="1"/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E609AE6-F470-4D3D-58F7-FE7C72EC00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01D6CB4-A6C9-091F-1436-62A740A6AE62}"/>
              </a:ext>
            </a:extLst>
          </p:cNvPr>
          <p:cNvCxnSpPr>
            <a:cxnSpLocks/>
            <a:stCxn id="80" idx="1"/>
          </p:cNvCxnSpPr>
          <p:nvPr/>
        </p:nvCxnSpPr>
        <p:spPr>
          <a:xfrm flipH="1" flipV="1">
            <a:off x="3284142" y="3691417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8A978689-ECDE-DC91-4092-BB36ED712D0D}"/>
                  </a:ext>
                </a:extLst>
              </p:cNvPr>
              <p:cNvSpPr txBox="1"/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BE5ACE5-D334-16F7-6460-88730EE114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448604E-982A-EC4F-F0C9-417DCCC7FEA7}"/>
              </a:ext>
            </a:extLst>
          </p:cNvPr>
          <p:cNvCxnSpPr>
            <a:cxnSpLocks/>
          </p:cNvCxnSpPr>
          <p:nvPr/>
        </p:nvCxnSpPr>
        <p:spPr>
          <a:xfrm flipH="1" flipV="1">
            <a:off x="9749119" y="3688994"/>
            <a:ext cx="243080" cy="310092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A76AE3E8-05B7-6719-0F74-1CF61BEE8F1F}"/>
              </a:ext>
            </a:extLst>
          </p:cNvPr>
          <p:cNvCxnSpPr>
            <a:cxnSpLocks/>
          </p:cNvCxnSpPr>
          <p:nvPr/>
        </p:nvCxnSpPr>
        <p:spPr>
          <a:xfrm>
            <a:off x="9859284" y="3252817"/>
            <a:ext cx="46599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717DB31-E9C5-EB2F-0BF3-EFE0E97BA8B4}"/>
              </a:ext>
            </a:extLst>
          </p:cNvPr>
          <p:cNvCxnSpPr>
            <a:cxnSpLocks/>
          </p:cNvCxnSpPr>
          <p:nvPr/>
        </p:nvCxnSpPr>
        <p:spPr>
          <a:xfrm>
            <a:off x="9916510" y="3501138"/>
            <a:ext cx="39133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59F1AA9-961C-7E21-AB31-48CED47AC58E}"/>
              </a:ext>
            </a:extLst>
          </p:cNvPr>
          <p:cNvCxnSpPr>
            <a:cxnSpLocks/>
          </p:cNvCxnSpPr>
          <p:nvPr/>
        </p:nvCxnSpPr>
        <p:spPr>
          <a:xfrm flipV="1">
            <a:off x="8475941" y="370717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A7C538B-B5F5-FCE1-13DD-DCC03B95004C}"/>
              </a:ext>
            </a:extLst>
          </p:cNvPr>
          <p:cNvCxnSpPr>
            <a:cxnSpLocks/>
          </p:cNvCxnSpPr>
          <p:nvPr/>
        </p:nvCxnSpPr>
        <p:spPr>
          <a:xfrm>
            <a:off x="8461046" y="280703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0844735-0E8E-56B1-2F79-91501C560EC1}"/>
              </a:ext>
            </a:extLst>
          </p:cNvPr>
          <p:cNvCxnSpPr>
            <a:cxnSpLocks/>
          </p:cNvCxnSpPr>
          <p:nvPr/>
        </p:nvCxnSpPr>
        <p:spPr>
          <a:xfrm>
            <a:off x="1701800" y="3351846"/>
            <a:ext cx="0" cy="731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2E7DAD98-8C9B-650E-8D0A-B1B239A203F6}"/>
              </a:ext>
            </a:extLst>
          </p:cNvPr>
          <p:cNvCxnSpPr>
            <a:cxnSpLocks/>
          </p:cNvCxnSpPr>
          <p:nvPr/>
        </p:nvCxnSpPr>
        <p:spPr>
          <a:xfrm>
            <a:off x="2509523" y="3216888"/>
            <a:ext cx="156927" cy="15703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A9299A-6E42-9574-09BA-E7FF7E03E6FE}"/>
              </a:ext>
            </a:extLst>
          </p:cNvPr>
          <p:cNvCxnSpPr>
            <a:cxnSpLocks/>
          </p:cNvCxnSpPr>
          <p:nvPr/>
        </p:nvCxnSpPr>
        <p:spPr>
          <a:xfrm>
            <a:off x="9157987" y="3707169"/>
            <a:ext cx="215567" cy="2137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AC3FD69-7955-405C-8330-02B17A06108D}"/>
              </a:ext>
            </a:extLst>
          </p:cNvPr>
          <p:cNvCxnSpPr>
            <a:cxnSpLocks/>
          </p:cNvCxnSpPr>
          <p:nvPr/>
        </p:nvCxnSpPr>
        <p:spPr>
          <a:xfrm flipH="1">
            <a:off x="2444146" y="3407892"/>
            <a:ext cx="222758" cy="23395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B05D531-C6BC-94EE-0ACA-BA46CFDC81A2}"/>
              </a:ext>
            </a:extLst>
          </p:cNvPr>
          <p:cNvCxnSpPr>
            <a:cxnSpLocks/>
          </p:cNvCxnSpPr>
          <p:nvPr/>
        </p:nvCxnSpPr>
        <p:spPr>
          <a:xfrm flipH="1">
            <a:off x="9140692" y="2940823"/>
            <a:ext cx="193860" cy="17956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FACEC1F-2F8D-C4D0-3E9F-EFA612494B6B}"/>
              </a:ext>
            </a:extLst>
          </p:cNvPr>
          <p:cNvCxnSpPr>
            <a:cxnSpLocks/>
          </p:cNvCxnSpPr>
          <p:nvPr/>
        </p:nvCxnSpPr>
        <p:spPr>
          <a:xfrm flipV="1">
            <a:off x="2789502" y="3950604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B6EA43FD-80B1-6640-7E92-DBAEC33C78D9}"/>
              </a:ext>
            </a:extLst>
          </p:cNvPr>
          <p:cNvCxnSpPr>
            <a:cxnSpLocks/>
          </p:cNvCxnSpPr>
          <p:nvPr/>
        </p:nvCxnSpPr>
        <p:spPr>
          <a:xfrm>
            <a:off x="3004152" y="2067375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DC2FBB0-10B2-33DA-847B-B02CE991AB9D}"/>
              </a:ext>
            </a:extLst>
          </p:cNvPr>
          <p:cNvCxnSpPr>
            <a:cxnSpLocks/>
          </p:cNvCxnSpPr>
          <p:nvPr/>
        </p:nvCxnSpPr>
        <p:spPr>
          <a:xfrm flipH="1">
            <a:off x="9336549" y="2347065"/>
            <a:ext cx="182011" cy="56553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DCF49F0-5B6C-CABB-8BC6-EAC8D774DBBD}"/>
              </a:ext>
            </a:extLst>
          </p:cNvPr>
          <p:cNvCxnSpPr>
            <a:cxnSpLocks/>
          </p:cNvCxnSpPr>
          <p:nvPr/>
        </p:nvCxnSpPr>
        <p:spPr>
          <a:xfrm flipV="1">
            <a:off x="9376429" y="4095130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4993F456-14E5-62A3-C145-1EE0FB2E8A7C}"/>
                  </a:ext>
                </a:extLst>
              </p:cNvPr>
              <p:cNvSpPr txBox="1"/>
              <p:nvPr/>
            </p:nvSpPr>
            <p:spPr>
              <a:xfrm>
                <a:off x="8976424" y="1740565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062BAFA-3BE5-43C5-8BFE-2E602BE4BF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6424" y="1740565"/>
                <a:ext cx="1084271" cy="52322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57C9E3E8-23CC-B315-676F-D84513BF5939}"/>
                  </a:ext>
                </a:extLst>
              </p:cNvPr>
              <p:cNvSpPr txBox="1"/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34219AA-F6C9-30DA-282E-E09C079598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41B1BF7-64BB-8198-220E-4E5AA8550F2C}"/>
                  </a:ext>
                </a:extLst>
              </p:cNvPr>
              <p:cNvSpPr txBox="1"/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DC7382F3-BEEF-05A3-9C87-411D92471F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14487071-9032-950B-18BB-3DCF0624B8DB}"/>
                  </a:ext>
                </a:extLst>
              </p:cNvPr>
              <p:cNvSpPr txBox="1"/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9054BAC-BD5B-04A6-53B8-D6354A4C8E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38CD2C0-EE94-47A1-3B91-CB6BAD5A9CEC}"/>
              </a:ext>
            </a:extLst>
          </p:cNvPr>
          <p:cNvCxnSpPr>
            <a:cxnSpLocks/>
          </p:cNvCxnSpPr>
          <p:nvPr/>
        </p:nvCxnSpPr>
        <p:spPr>
          <a:xfrm flipV="1">
            <a:off x="2458507" y="3388356"/>
            <a:ext cx="7060052" cy="39906"/>
          </a:xfrm>
          <a:prstGeom prst="line">
            <a:avLst/>
          </a:prstGeom>
          <a:ln>
            <a:solidFill>
              <a:schemeClr val="tx1"/>
            </a:solidFill>
            <a:prstDash val="dash"/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C461DFD-64A2-0EF3-FBCD-707AFE462D5E}"/>
              </a:ext>
            </a:extLst>
          </p:cNvPr>
          <p:cNvCxnSpPr>
            <a:cxnSpLocks/>
          </p:cNvCxnSpPr>
          <p:nvPr/>
        </p:nvCxnSpPr>
        <p:spPr>
          <a:xfrm>
            <a:off x="9091665" y="3664572"/>
            <a:ext cx="65745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676D419-D947-6500-0946-0CAAB4A2F046}"/>
              </a:ext>
            </a:extLst>
          </p:cNvPr>
          <p:cNvCxnSpPr>
            <a:cxnSpLocks/>
          </p:cNvCxnSpPr>
          <p:nvPr/>
        </p:nvCxnSpPr>
        <p:spPr>
          <a:xfrm>
            <a:off x="9158573" y="3120390"/>
            <a:ext cx="465369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5F1DAA72-2B06-F97C-89CF-483C1E65E57F}"/>
              </a:ext>
            </a:extLst>
          </p:cNvPr>
          <p:cNvCxnSpPr>
            <a:cxnSpLocks/>
          </p:cNvCxnSpPr>
          <p:nvPr/>
        </p:nvCxnSpPr>
        <p:spPr>
          <a:xfrm>
            <a:off x="10325277" y="3114036"/>
            <a:ext cx="0" cy="5486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E3F8DB49-A0C9-5A56-B622-18F60C241D18}"/>
              </a:ext>
            </a:extLst>
          </p:cNvPr>
          <p:cNvCxnSpPr>
            <a:cxnSpLocks/>
          </p:cNvCxnSpPr>
          <p:nvPr/>
        </p:nvCxnSpPr>
        <p:spPr>
          <a:xfrm>
            <a:off x="6600290" y="921768"/>
            <a:ext cx="3095660" cy="1990831"/>
          </a:xfrm>
          <a:prstGeom prst="line">
            <a:avLst/>
          </a:prstGeom>
          <a:ln>
            <a:solidFill>
              <a:schemeClr val="tx1"/>
            </a:solidFill>
            <a:prstDash val="dash"/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F56D1C0-1643-E31A-8AA9-5963150D3CF8}"/>
                  </a:ext>
                </a:extLst>
              </p:cNvPr>
              <p:cNvSpPr txBox="1"/>
              <p:nvPr/>
            </p:nvSpPr>
            <p:spPr>
              <a:xfrm>
                <a:off x="4862494" y="3078483"/>
                <a:ext cx="60805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E1AE977-3276-4BFF-264F-6202A9A3E2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2494" y="3078483"/>
                <a:ext cx="608051" cy="523220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8EF63314-1347-B4AE-8E94-9D63AE136B1C}"/>
                  </a:ext>
                </a:extLst>
              </p:cNvPr>
              <p:cNvSpPr txBox="1"/>
              <p:nvPr/>
            </p:nvSpPr>
            <p:spPr>
              <a:xfrm>
                <a:off x="7768897" y="1048448"/>
                <a:ext cx="99142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05345180-61BF-A5B4-2A28-C77D05421B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8897" y="1048448"/>
                <a:ext cx="991425" cy="523220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FC7B4432-23C4-D8FA-CAC3-532968C6A00B}"/>
                  </a:ext>
                </a:extLst>
              </p:cNvPr>
              <p:cNvSpPr txBox="1"/>
              <p:nvPr/>
            </p:nvSpPr>
            <p:spPr>
              <a:xfrm>
                <a:off x="10363399" y="2758478"/>
                <a:ext cx="105060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052F141-D3EE-C328-FE57-C027B4F1A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63399" y="2758478"/>
                <a:ext cx="1050609" cy="523220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4C12C7B1-509E-926C-9D41-4721FF54D834}"/>
                  </a:ext>
                </a:extLst>
              </p:cNvPr>
              <p:cNvSpPr txBox="1"/>
              <p:nvPr/>
            </p:nvSpPr>
            <p:spPr>
              <a:xfrm>
                <a:off x="10393107" y="3533174"/>
                <a:ext cx="108119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bout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F89EF76A-CB1F-C60F-01D8-9417D22F72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93107" y="3533174"/>
                <a:ext cx="1081193" cy="523220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Connector 51">
            <a:extLst>
              <a:ext uri="{FF2B5EF4-FFF2-40B4-BE49-F238E27FC236}">
                <a16:creationId xmlns:a16="http://schemas.microsoft.com/office/drawing/2014/main" id="{E5351E44-C512-3C50-6CC3-C5956410B477}"/>
              </a:ext>
            </a:extLst>
          </p:cNvPr>
          <p:cNvCxnSpPr>
            <a:cxnSpLocks/>
          </p:cNvCxnSpPr>
          <p:nvPr/>
        </p:nvCxnSpPr>
        <p:spPr>
          <a:xfrm>
            <a:off x="4883620" y="2211856"/>
            <a:ext cx="810044" cy="88936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51">
            <a:extLst>
              <a:ext uri="{FF2B5EF4-FFF2-40B4-BE49-F238E27FC236}">
                <a16:creationId xmlns:a16="http://schemas.microsoft.com/office/drawing/2014/main" id="{E02FCF8A-9F38-0104-6B82-4A3FA18F9E31}"/>
              </a:ext>
            </a:extLst>
          </p:cNvPr>
          <p:cNvCxnSpPr>
            <a:cxnSpLocks/>
          </p:cNvCxnSpPr>
          <p:nvPr/>
        </p:nvCxnSpPr>
        <p:spPr>
          <a:xfrm>
            <a:off x="4429665" y="2451772"/>
            <a:ext cx="1099413" cy="12001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56">
            <a:extLst>
              <a:ext uri="{FF2B5EF4-FFF2-40B4-BE49-F238E27FC236}">
                <a16:creationId xmlns:a16="http://schemas.microsoft.com/office/drawing/2014/main" id="{A9EF746C-370E-DFC4-DFC6-8863861009BF}"/>
              </a:ext>
            </a:extLst>
          </p:cNvPr>
          <p:cNvCxnSpPr>
            <a:cxnSpLocks/>
          </p:cNvCxnSpPr>
          <p:nvPr/>
        </p:nvCxnSpPr>
        <p:spPr>
          <a:xfrm flipH="1">
            <a:off x="4887257" y="1390239"/>
            <a:ext cx="1509774" cy="82274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51">
            <a:extLst>
              <a:ext uri="{FF2B5EF4-FFF2-40B4-BE49-F238E27FC236}">
                <a16:creationId xmlns:a16="http://schemas.microsoft.com/office/drawing/2014/main" id="{A821927F-186E-FFA7-7911-35DE5D1980E6}"/>
              </a:ext>
            </a:extLst>
          </p:cNvPr>
          <p:cNvCxnSpPr>
            <a:cxnSpLocks/>
          </p:cNvCxnSpPr>
          <p:nvPr/>
        </p:nvCxnSpPr>
        <p:spPr>
          <a:xfrm>
            <a:off x="3284142" y="3092149"/>
            <a:ext cx="2377326" cy="1654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51">
            <a:extLst>
              <a:ext uri="{FF2B5EF4-FFF2-40B4-BE49-F238E27FC236}">
                <a16:creationId xmlns:a16="http://schemas.microsoft.com/office/drawing/2014/main" id="{BAA632A0-C5D8-0587-AD02-6058984B7393}"/>
              </a:ext>
            </a:extLst>
          </p:cNvPr>
          <p:cNvCxnSpPr>
            <a:cxnSpLocks/>
          </p:cNvCxnSpPr>
          <p:nvPr/>
        </p:nvCxnSpPr>
        <p:spPr>
          <a:xfrm>
            <a:off x="3030933" y="3619043"/>
            <a:ext cx="2499249" cy="1818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50561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D98DB-CD55-3E89-B11A-B54E4C556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EDF8B29B-1A92-EB1A-2AE8-4938498281DC}"/>
              </a:ext>
            </a:extLst>
          </p:cNvPr>
          <p:cNvSpPr/>
          <p:nvPr/>
        </p:nvSpPr>
        <p:spPr>
          <a:xfrm>
            <a:off x="6859712" y="1238894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DEB39FD3-ED27-96F1-C405-5855382AE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9711" y="1311678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3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F942CD7A-43F7-3706-DEF5-13394BA0279A}"/>
              </a:ext>
            </a:extLst>
          </p:cNvPr>
          <p:cNvCxnSpPr>
            <a:cxnSpLocks/>
          </p:cNvCxnSpPr>
          <p:nvPr/>
        </p:nvCxnSpPr>
        <p:spPr>
          <a:xfrm flipV="1">
            <a:off x="2960673" y="1707546"/>
            <a:ext cx="2535366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8B144F81-04C7-86B8-EB55-EA01C50BF6DB}"/>
              </a:ext>
            </a:extLst>
          </p:cNvPr>
          <p:cNvCxnSpPr>
            <a:cxnSpLocks/>
          </p:cNvCxnSpPr>
          <p:nvPr/>
        </p:nvCxnSpPr>
        <p:spPr>
          <a:xfrm flipH="1" flipV="1">
            <a:off x="5496039" y="1707546"/>
            <a:ext cx="2504219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263FED96-B87B-EAB7-38CC-D38B87236D09}"/>
              </a:ext>
            </a:extLst>
          </p:cNvPr>
          <p:cNvCxnSpPr>
            <a:cxnSpLocks/>
          </p:cNvCxnSpPr>
          <p:nvPr/>
        </p:nvCxnSpPr>
        <p:spPr>
          <a:xfrm flipH="1" flipV="1">
            <a:off x="2960673" y="3781125"/>
            <a:ext cx="5033355" cy="12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B338582B-1353-CCE1-8A0A-FC9D8A1C62C3}"/>
                  </a:ext>
                </a:extLst>
              </p:cNvPr>
              <p:cNvSpPr txBox="1"/>
              <p:nvPr/>
            </p:nvSpPr>
            <p:spPr>
              <a:xfrm>
                <a:off x="4464807" y="3076875"/>
                <a:ext cx="54777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B338582B-1353-CCE1-8A0A-FC9D8A1C62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4807" y="3076875"/>
                <a:ext cx="547779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A3432389-0786-6126-602E-5B27E42D1D61}"/>
                  </a:ext>
                </a:extLst>
              </p:cNvPr>
              <p:cNvSpPr txBox="1"/>
              <p:nvPr/>
            </p:nvSpPr>
            <p:spPr>
              <a:xfrm>
                <a:off x="2218167" y="3456850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A3432389-0786-6126-602E-5B27E42D1D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8167" y="3456850"/>
                <a:ext cx="691921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E1BE7368-8990-6940-AD96-74F2AC1E2E81}"/>
                  </a:ext>
                </a:extLst>
              </p:cNvPr>
              <p:cNvSpPr txBox="1"/>
              <p:nvPr/>
            </p:nvSpPr>
            <p:spPr>
              <a:xfrm>
                <a:off x="5562624" y="1236365"/>
                <a:ext cx="78161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E1BE7368-8990-6940-AD96-74F2AC1E2E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2624" y="1236365"/>
                <a:ext cx="781613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06A7D7EC-16F1-6FE0-0014-5FCD6FC75896}"/>
                  </a:ext>
                </a:extLst>
              </p:cNvPr>
              <p:cNvSpPr txBox="1"/>
              <p:nvPr/>
            </p:nvSpPr>
            <p:spPr>
              <a:xfrm>
                <a:off x="7994028" y="3539733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06A7D7EC-16F1-6FE0-0014-5FCD6FC758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4028" y="3539733"/>
                <a:ext cx="69192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391F4FED-E38B-2139-E703-AB6AA22FEB11}"/>
              </a:ext>
            </a:extLst>
          </p:cNvPr>
          <p:cNvCxnSpPr>
            <a:cxnSpLocks/>
          </p:cNvCxnSpPr>
          <p:nvPr/>
        </p:nvCxnSpPr>
        <p:spPr>
          <a:xfrm>
            <a:off x="2960673" y="3781125"/>
            <a:ext cx="2529136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82331A00-FFB3-49F6-FE32-20562E25D32D}"/>
              </a:ext>
            </a:extLst>
          </p:cNvPr>
          <p:cNvCxnSpPr>
            <a:cxnSpLocks/>
          </p:cNvCxnSpPr>
          <p:nvPr/>
        </p:nvCxnSpPr>
        <p:spPr>
          <a:xfrm flipV="1">
            <a:off x="5496039" y="3781125"/>
            <a:ext cx="2497989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43">
                <a:extLst>
                  <a:ext uri="{FF2B5EF4-FFF2-40B4-BE49-F238E27FC236}">
                    <a16:creationId xmlns:a16="http://schemas.microsoft.com/office/drawing/2014/main" id="{D2B93C04-D08F-D3BF-1EEF-5A9D490B5FB2}"/>
                  </a:ext>
                </a:extLst>
              </p:cNvPr>
              <p:cNvSpPr txBox="1"/>
              <p:nvPr/>
            </p:nvSpPr>
            <p:spPr>
              <a:xfrm>
                <a:off x="5113220" y="5144868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5" name="TextBox 43">
                <a:extLst>
                  <a:ext uri="{FF2B5EF4-FFF2-40B4-BE49-F238E27FC236}">
                    <a16:creationId xmlns:a16="http://schemas.microsoft.com/office/drawing/2014/main" id="{D2B93C04-D08F-D3BF-1EEF-5A9D490B5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3220" y="5144868"/>
                <a:ext cx="691921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B5E3DA60-F076-0B3A-7A25-45C4BA640348}"/>
                  </a:ext>
                </a:extLst>
              </p:cNvPr>
              <p:cNvSpPr txBox="1"/>
              <p:nvPr/>
            </p:nvSpPr>
            <p:spPr>
              <a:xfrm>
                <a:off x="3653637" y="2121777"/>
                <a:ext cx="8754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B5E3DA60-F076-0B3A-7A25-45C4BA6403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3637" y="2121777"/>
                <a:ext cx="875496" cy="461665"/>
              </a:xfrm>
              <a:prstGeom prst="rect">
                <a:avLst/>
              </a:prstGeom>
              <a:blipFill>
                <a:blip r:embed="rId7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CE1CA989-3C9A-B2AF-A662-EB66FABD4C7B}"/>
                  </a:ext>
                </a:extLst>
              </p:cNvPr>
              <p:cNvSpPr txBox="1"/>
              <p:nvPr/>
            </p:nvSpPr>
            <p:spPr>
              <a:xfrm>
                <a:off x="3653637" y="4518359"/>
                <a:ext cx="8754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CE1CA989-3C9A-B2AF-A662-EB66FABD4C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3637" y="4518359"/>
                <a:ext cx="875496" cy="461665"/>
              </a:xfrm>
              <a:prstGeom prst="rect">
                <a:avLst/>
              </a:prstGeom>
              <a:blipFill>
                <a:blip r:embed="rId8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69D40D36-7D68-07F3-2C57-5877EA282ABD}"/>
              </a:ext>
            </a:extLst>
          </p:cNvPr>
          <p:cNvCxnSpPr/>
          <p:nvPr/>
        </p:nvCxnSpPr>
        <p:spPr>
          <a:xfrm flipV="1">
            <a:off x="5489809" y="2988297"/>
            <a:ext cx="0" cy="7928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43">
                <a:extLst>
                  <a:ext uri="{FF2B5EF4-FFF2-40B4-BE49-F238E27FC236}">
                    <a16:creationId xmlns:a16="http://schemas.microsoft.com/office/drawing/2014/main" id="{CC3E858A-1C96-3A7A-18C2-4A4A94FD0135}"/>
                  </a:ext>
                </a:extLst>
              </p:cNvPr>
              <p:cNvSpPr txBox="1"/>
              <p:nvPr/>
            </p:nvSpPr>
            <p:spPr>
              <a:xfrm>
                <a:off x="5445649" y="2740640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7" name="TextBox 43">
                <a:extLst>
                  <a:ext uri="{FF2B5EF4-FFF2-40B4-BE49-F238E27FC236}">
                    <a16:creationId xmlns:a16="http://schemas.microsoft.com/office/drawing/2014/main" id="{CC3E858A-1C96-3A7A-18C2-4A4A94FD01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5649" y="2740640"/>
                <a:ext cx="69192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882892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9F6D4-3B3F-7DE6-3613-2FE730D63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0A7D401B-5C2F-8E9A-0798-1F6891E19570}"/>
              </a:ext>
            </a:extLst>
          </p:cNvPr>
          <p:cNvSpPr/>
          <p:nvPr/>
        </p:nvSpPr>
        <p:spPr>
          <a:xfrm>
            <a:off x="6687594" y="772838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D0ACCA7D-AE07-E203-5BA8-4FE59D35A8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87593" y="845622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3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5C40615A-CC64-9E53-01A3-444316A69B79}"/>
              </a:ext>
            </a:extLst>
          </p:cNvPr>
          <p:cNvCxnSpPr>
            <a:cxnSpLocks/>
          </p:cNvCxnSpPr>
          <p:nvPr/>
        </p:nvCxnSpPr>
        <p:spPr>
          <a:xfrm flipV="1">
            <a:off x="2960673" y="1707546"/>
            <a:ext cx="2535366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E0193756-FE8A-D487-72A5-D0C0C4A18762}"/>
              </a:ext>
            </a:extLst>
          </p:cNvPr>
          <p:cNvCxnSpPr>
            <a:cxnSpLocks/>
          </p:cNvCxnSpPr>
          <p:nvPr/>
        </p:nvCxnSpPr>
        <p:spPr>
          <a:xfrm flipH="1" flipV="1">
            <a:off x="5496039" y="1707546"/>
            <a:ext cx="2504219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D32629C9-B58F-7492-10A6-59B6026FFB04}"/>
              </a:ext>
            </a:extLst>
          </p:cNvPr>
          <p:cNvCxnSpPr>
            <a:cxnSpLocks/>
          </p:cNvCxnSpPr>
          <p:nvPr/>
        </p:nvCxnSpPr>
        <p:spPr>
          <a:xfrm flipH="1" flipV="1">
            <a:off x="2960673" y="3781125"/>
            <a:ext cx="5033355" cy="12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A08A233C-D8A6-D643-7EA6-9F7A3881683B}"/>
                  </a:ext>
                </a:extLst>
              </p:cNvPr>
              <p:cNvSpPr txBox="1"/>
              <p:nvPr/>
            </p:nvSpPr>
            <p:spPr>
              <a:xfrm>
                <a:off x="4693381" y="3561918"/>
                <a:ext cx="69865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A08A233C-D8A6-D643-7EA6-9F7A388168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3381" y="3561918"/>
                <a:ext cx="698653" cy="369332"/>
              </a:xfrm>
              <a:prstGeom prst="rect">
                <a:avLst/>
              </a:prstGeom>
              <a:blipFill>
                <a:blip r:embed="rId2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4B806A84-CBCD-AD15-0E86-280EBFAB5BA6}"/>
              </a:ext>
            </a:extLst>
          </p:cNvPr>
          <p:cNvCxnSpPr>
            <a:cxnSpLocks/>
          </p:cNvCxnSpPr>
          <p:nvPr/>
        </p:nvCxnSpPr>
        <p:spPr>
          <a:xfrm>
            <a:off x="2960673" y="3781125"/>
            <a:ext cx="2529136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161A9E85-8D11-3FAD-4096-9D8C2E4DB860}"/>
              </a:ext>
            </a:extLst>
          </p:cNvPr>
          <p:cNvCxnSpPr>
            <a:cxnSpLocks/>
          </p:cNvCxnSpPr>
          <p:nvPr/>
        </p:nvCxnSpPr>
        <p:spPr>
          <a:xfrm flipV="1">
            <a:off x="5496039" y="3781125"/>
            <a:ext cx="2497989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5F5367E7-EAD0-F00C-570B-CD47779DD514}"/>
                  </a:ext>
                </a:extLst>
              </p:cNvPr>
              <p:cNvSpPr txBox="1"/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5F5367E7-EAD0-F00C-570B-CD47779DD5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A03A775A-C505-F6EB-4586-818C62E96509}"/>
                  </a:ext>
                </a:extLst>
              </p:cNvPr>
              <p:cNvSpPr txBox="1"/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A03A775A-C505-F6EB-4586-818C62E965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blipFill>
                <a:blip r:embed="rId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8DA3C897-F57A-25EA-E1CF-1197C3B30E87}"/>
              </a:ext>
            </a:extLst>
          </p:cNvPr>
          <p:cNvCxnSpPr>
            <a:cxnSpLocks/>
          </p:cNvCxnSpPr>
          <p:nvPr/>
        </p:nvCxnSpPr>
        <p:spPr>
          <a:xfrm flipV="1">
            <a:off x="3431357" y="1970202"/>
            <a:ext cx="2058452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4B424168-5410-0681-1D28-3F86FAD09EBA}"/>
              </a:ext>
            </a:extLst>
          </p:cNvPr>
          <p:cNvCxnSpPr>
            <a:cxnSpLocks/>
          </p:cNvCxnSpPr>
          <p:nvPr/>
        </p:nvCxnSpPr>
        <p:spPr>
          <a:xfrm flipH="1" flipV="1">
            <a:off x="5489809" y="1970202"/>
            <a:ext cx="2061061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508E5517-3496-EF2B-B72A-E777A8D15CE7}"/>
              </a:ext>
            </a:extLst>
          </p:cNvPr>
          <p:cNvCxnSpPr>
            <a:cxnSpLocks/>
          </p:cNvCxnSpPr>
          <p:nvPr/>
        </p:nvCxnSpPr>
        <p:spPr>
          <a:xfrm flipH="1">
            <a:off x="3431357" y="3602906"/>
            <a:ext cx="1759484" cy="756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61700C7F-5BBA-B630-D73E-63CB73B90308}"/>
                  </a:ext>
                </a:extLst>
              </p:cNvPr>
              <p:cNvSpPr txBox="1"/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61700C7F-5BBA-B630-D73E-63CB73B903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blipFill>
                <a:blip r:embed="rId5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3046177D-5663-0B5B-9DFF-727C52E3E4A8}"/>
                  </a:ext>
                </a:extLst>
              </p:cNvPr>
              <p:cNvSpPr txBox="1"/>
              <p:nvPr/>
            </p:nvSpPr>
            <p:spPr>
              <a:xfrm>
                <a:off x="5140431" y="2019594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3046177D-5663-0B5B-9DFF-727C52E3E4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0431" y="2019594"/>
                <a:ext cx="740331" cy="400110"/>
              </a:xfrm>
              <a:prstGeom prst="rect">
                <a:avLst/>
              </a:prstGeom>
              <a:blipFill>
                <a:blip r:embed="rId6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BA5C5A3A-7BE3-E935-3CD0-3AB40B8D159E}"/>
                  </a:ext>
                </a:extLst>
              </p:cNvPr>
              <p:cNvSpPr txBox="1"/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BA5C5A3A-7BE3-E935-3CD0-3AB40B8D1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blipFill>
                <a:blip r:embed="rId7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087EC7F0-E279-D0F5-B57B-4FB8FD4A5ED5}"/>
              </a:ext>
            </a:extLst>
          </p:cNvPr>
          <p:cNvCxnSpPr>
            <a:cxnSpLocks/>
          </p:cNvCxnSpPr>
          <p:nvPr/>
        </p:nvCxnSpPr>
        <p:spPr>
          <a:xfrm flipH="1">
            <a:off x="3653637" y="3933916"/>
            <a:ext cx="3785139" cy="59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5B50DF28-C60F-A723-3E7F-E38FB3B484F6}"/>
              </a:ext>
            </a:extLst>
          </p:cNvPr>
          <p:cNvCxnSpPr>
            <a:cxnSpLocks/>
          </p:cNvCxnSpPr>
          <p:nvPr/>
        </p:nvCxnSpPr>
        <p:spPr>
          <a:xfrm flipV="1">
            <a:off x="5489809" y="3945422"/>
            <a:ext cx="1894225" cy="91298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057BCA5A-11C2-EF9A-29D3-572F58003C12}"/>
              </a:ext>
            </a:extLst>
          </p:cNvPr>
          <p:cNvCxnSpPr>
            <a:cxnSpLocks/>
          </p:cNvCxnSpPr>
          <p:nvPr/>
        </p:nvCxnSpPr>
        <p:spPr>
          <a:xfrm flipH="1" flipV="1">
            <a:off x="3602352" y="3933916"/>
            <a:ext cx="1907617" cy="92448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7D2CFCA2-0D97-89CB-4BC8-3D00C0603CF7}"/>
                  </a:ext>
                </a:extLst>
              </p:cNvPr>
              <p:cNvSpPr txBox="1"/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7D2CFCA2-0D97-89CB-4BC8-3D00C0603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blipFill>
                <a:blip r:embed="rId8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19AA653D-906F-9A9D-9E84-50BD067D99AB}"/>
                  </a:ext>
                </a:extLst>
              </p:cNvPr>
              <p:cNvSpPr txBox="1"/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19AA653D-906F-9A9D-9E84-50BD067D99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B15FCE88-80B5-B958-34EF-4ACEE9D36C57}"/>
                  </a:ext>
                </a:extLst>
              </p:cNvPr>
              <p:cNvSpPr txBox="1"/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B15FCE88-80B5-B958-34EF-4ACEE9D36C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blipFill>
                <a:blip r:embed="rId10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16DAA6EF-DF9B-2CF0-7508-D0C1D8E34CA4}"/>
              </a:ext>
            </a:extLst>
          </p:cNvPr>
          <p:cNvCxnSpPr>
            <a:cxnSpLocks/>
          </p:cNvCxnSpPr>
          <p:nvPr/>
        </p:nvCxnSpPr>
        <p:spPr>
          <a:xfrm flipV="1">
            <a:off x="2905931" y="1450416"/>
            <a:ext cx="2550181" cy="214355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5662C834-4652-318E-9865-42D00A591826}"/>
              </a:ext>
            </a:extLst>
          </p:cNvPr>
          <p:cNvCxnSpPr>
            <a:cxnSpLocks/>
          </p:cNvCxnSpPr>
          <p:nvPr/>
        </p:nvCxnSpPr>
        <p:spPr>
          <a:xfrm flipH="1" flipV="1">
            <a:off x="5501700" y="1450416"/>
            <a:ext cx="2519854" cy="21524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A2BCFD1E-B8D5-3C5B-F31A-23C95FF60A3C}"/>
                  </a:ext>
                </a:extLst>
              </p:cNvPr>
              <p:cNvSpPr txBox="1"/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A2BCFD1E-B8D5-3C5B-F31A-23C95FF60A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D0A796A2-3DC7-1A08-349A-C454DC42520C}"/>
                  </a:ext>
                </a:extLst>
              </p:cNvPr>
              <p:cNvSpPr txBox="1"/>
              <p:nvPr/>
            </p:nvSpPr>
            <p:spPr>
              <a:xfrm>
                <a:off x="2356698" y="3122624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D0A796A2-3DC7-1A08-349A-C454DC4252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6698" y="3122624"/>
                <a:ext cx="714363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7ED8388F-7BA9-AFF2-6643-84B3D2330317}"/>
                  </a:ext>
                </a:extLst>
              </p:cNvPr>
              <p:cNvSpPr txBox="1"/>
              <p:nvPr/>
            </p:nvSpPr>
            <p:spPr>
              <a:xfrm>
                <a:off x="7750349" y="3091559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7ED8388F-7BA9-AFF2-6643-84B3D23303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0349" y="3091559"/>
                <a:ext cx="714363" cy="4001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1672410A-F452-2FDA-9E5A-59376297A2CB}"/>
              </a:ext>
            </a:extLst>
          </p:cNvPr>
          <p:cNvCxnSpPr>
            <a:cxnSpLocks/>
          </p:cNvCxnSpPr>
          <p:nvPr/>
        </p:nvCxnSpPr>
        <p:spPr>
          <a:xfrm flipV="1">
            <a:off x="5501700" y="3952902"/>
            <a:ext cx="2519854" cy="128692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FF0A629A-26E5-9A81-3B9A-C9FBEC0C95A9}"/>
              </a:ext>
            </a:extLst>
          </p:cNvPr>
          <p:cNvCxnSpPr>
            <a:cxnSpLocks/>
          </p:cNvCxnSpPr>
          <p:nvPr/>
        </p:nvCxnSpPr>
        <p:spPr>
          <a:xfrm flipH="1" flipV="1">
            <a:off x="2905931" y="3969492"/>
            <a:ext cx="2595769" cy="127033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43">
                <a:extLst>
                  <a:ext uri="{FF2B5EF4-FFF2-40B4-BE49-F238E27FC236}">
                    <a16:creationId xmlns:a16="http://schemas.microsoft.com/office/drawing/2014/main" id="{0AABBAF9-089E-96B4-F7BD-1D5CBBE54BB6}"/>
                  </a:ext>
                </a:extLst>
              </p:cNvPr>
              <p:cNvSpPr txBox="1"/>
              <p:nvPr/>
            </p:nvSpPr>
            <p:spPr>
              <a:xfrm>
                <a:off x="2567149" y="4051913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1" name="TextBox 43">
                <a:extLst>
                  <a:ext uri="{FF2B5EF4-FFF2-40B4-BE49-F238E27FC236}">
                    <a16:creationId xmlns:a16="http://schemas.microsoft.com/office/drawing/2014/main" id="{0AABBAF9-089E-96B4-F7BD-1D5CBBE54B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7149" y="4051913"/>
                <a:ext cx="714363" cy="40011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87CE26ED-4B3F-F18A-3D9A-06A42897DA78}"/>
                  </a:ext>
                </a:extLst>
              </p:cNvPr>
              <p:cNvSpPr txBox="1"/>
              <p:nvPr/>
            </p:nvSpPr>
            <p:spPr>
              <a:xfrm>
                <a:off x="5165036" y="5200840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87CE26ED-4B3F-F18A-3D9A-06A42897DA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5036" y="5200840"/>
                <a:ext cx="714363" cy="4001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00702653-265B-7E87-4D60-B4CD5FE27F42}"/>
                  </a:ext>
                </a:extLst>
              </p:cNvPr>
              <p:cNvSpPr txBox="1"/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00702653-265B-7E87-4D60-B4CD5FE27F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95">
                <a:extLst>
                  <a:ext uri="{FF2B5EF4-FFF2-40B4-BE49-F238E27FC236}">
                    <a16:creationId xmlns:a16="http://schemas.microsoft.com/office/drawing/2014/main" id="{F60A6C17-3832-0E31-C966-9E214B1A7A70}"/>
                  </a:ext>
                </a:extLst>
              </p:cNvPr>
              <p:cNvSpPr txBox="1"/>
              <p:nvPr/>
            </p:nvSpPr>
            <p:spPr>
              <a:xfrm>
                <a:off x="8479037" y="3380819"/>
                <a:ext cx="73847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5" name="TextBox 95">
                <a:extLst>
                  <a:ext uri="{FF2B5EF4-FFF2-40B4-BE49-F238E27FC236}">
                    <a16:creationId xmlns:a16="http://schemas.microsoft.com/office/drawing/2014/main" id="{F60A6C17-3832-0E31-C966-9E214B1A7A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9037" y="3380819"/>
                <a:ext cx="738472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95">
                <a:extLst>
                  <a:ext uri="{FF2B5EF4-FFF2-40B4-BE49-F238E27FC236}">
                    <a16:creationId xmlns:a16="http://schemas.microsoft.com/office/drawing/2014/main" id="{FC7F5157-4150-8094-4C9E-2A3BF6302DEF}"/>
                  </a:ext>
                </a:extLst>
              </p:cNvPr>
              <p:cNvSpPr txBox="1"/>
              <p:nvPr/>
            </p:nvSpPr>
            <p:spPr>
              <a:xfrm>
                <a:off x="8513014" y="3880877"/>
                <a:ext cx="7584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bout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6" name="TextBox 95">
                <a:extLst>
                  <a:ext uri="{FF2B5EF4-FFF2-40B4-BE49-F238E27FC236}">
                    <a16:creationId xmlns:a16="http://schemas.microsoft.com/office/drawing/2014/main" id="{FC7F5157-4150-8094-4C9E-2A3BF6302D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3014" y="3880877"/>
                <a:ext cx="758477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8FAE5427-557E-D25A-3ACB-488C2D6F00C9}"/>
                  </a:ext>
                </a:extLst>
              </p:cNvPr>
              <p:cNvSpPr txBox="1"/>
              <p:nvPr/>
            </p:nvSpPr>
            <p:spPr>
              <a:xfrm>
                <a:off x="1881416" y="3920148"/>
                <a:ext cx="6198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8FAE5427-557E-D25A-3ACB-488C2D6F00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1416" y="3920148"/>
                <a:ext cx="619849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D365FB79-AFF3-E3D6-EE1C-7B6F34AE80CC}"/>
                  </a:ext>
                </a:extLst>
              </p:cNvPr>
              <p:cNvSpPr txBox="1"/>
              <p:nvPr/>
            </p:nvSpPr>
            <p:spPr>
              <a:xfrm>
                <a:off x="1800454" y="3438705"/>
                <a:ext cx="6278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D365FB79-AFF3-E3D6-EE1C-7B6F34AE80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0454" y="3438705"/>
                <a:ext cx="627864" cy="369332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224DF11F-CF3A-1D1A-28F0-2A63B3015575}"/>
              </a:ext>
            </a:extLst>
          </p:cNvPr>
          <p:cNvCxnSpPr>
            <a:cxnSpLocks/>
          </p:cNvCxnSpPr>
          <p:nvPr/>
        </p:nvCxnSpPr>
        <p:spPr>
          <a:xfrm flipH="1">
            <a:off x="2424339" y="3638784"/>
            <a:ext cx="412164" cy="11136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D2844F3A-5B9B-9059-CAE7-00F4DE7BBFB5}"/>
              </a:ext>
            </a:extLst>
          </p:cNvPr>
          <p:cNvCxnSpPr>
            <a:cxnSpLocks/>
          </p:cNvCxnSpPr>
          <p:nvPr/>
        </p:nvCxnSpPr>
        <p:spPr>
          <a:xfrm flipH="1" flipV="1">
            <a:off x="2424339" y="3920148"/>
            <a:ext cx="493062" cy="4847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A3A5DCF3-0DE2-89A0-88E7-C7B812AE6519}"/>
              </a:ext>
            </a:extLst>
          </p:cNvPr>
          <p:cNvCxnSpPr>
            <a:cxnSpLocks/>
          </p:cNvCxnSpPr>
          <p:nvPr/>
        </p:nvCxnSpPr>
        <p:spPr>
          <a:xfrm>
            <a:off x="2412447" y="3798931"/>
            <a:ext cx="0" cy="13231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232F7AE4-B7E9-3020-D037-F6AC4F09E9A4}"/>
              </a:ext>
            </a:extLst>
          </p:cNvPr>
          <p:cNvCxnSpPr>
            <a:cxnSpLocks/>
          </p:cNvCxnSpPr>
          <p:nvPr/>
        </p:nvCxnSpPr>
        <p:spPr>
          <a:xfrm>
            <a:off x="8021554" y="3602906"/>
            <a:ext cx="443158" cy="8803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5ADF23E8-24A7-D397-6896-B79E1D936120}"/>
              </a:ext>
            </a:extLst>
          </p:cNvPr>
          <p:cNvCxnSpPr>
            <a:cxnSpLocks/>
          </p:cNvCxnSpPr>
          <p:nvPr/>
        </p:nvCxnSpPr>
        <p:spPr>
          <a:xfrm flipV="1">
            <a:off x="8021554" y="3865090"/>
            <a:ext cx="443158" cy="9486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Gerader Verbinder 77">
            <a:extLst>
              <a:ext uri="{FF2B5EF4-FFF2-40B4-BE49-F238E27FC236}">
                <a16:creationId xmlns:a16="http://schemas.microsoft.com/office/drawing/2014/main" id="{934CB2B1-3735-F650-B46D-72B6D1A6BDA5}"/>
              </a:ext>
            </a:extLst>
          </p:cNvPr>
          <p:cNvCxnSpPr>
            <a:cxnSpLocks/>
          </p:cNvCxnSpPr>
          <p:nvPr/>
        </p:nvCxnSpPr>
        <p:spPr>
          <a:xfrm flipV="1">
            <a:off x="5440667" y="2857447"/>
            <a:ext cx="0" cy="9197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6">
                <a:extLst>
                  <a:ext uri="{FF2B5EF4-FFF2-40B4-BE49-F238E27FC236}">
                    <a16:creationId xmlns:a16="http://schemas.microsoft.com/office/drawing/2014/main" id="{35E44140-84DB-8E06-2966-AF40B2B5B98B}"/>
                  </a:ext>
                </a:extLst>
              </p:cNvPr>
              <p:cNvSpPr txBox="1"/>
              <p:nvPr/>
            </p:nvSpPr>
            <p:spPr>
              <a:xfrm>
                <a:off x="5664918" y="2910730"/>
                <a:ext cx="69865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0" name="TextBox 6">
                <a:extLst>
                  <a:ext uri="{FF2B5EF4-FFF2-40B4-BE49-F238E27FC236}">
                    <a16:creationId xmlns:a16="http://schemas.microsoft.com/office/drawing/2014/main" id="{35E44140-84DB-8E06-2966-AF40B2B5B9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4918" y="2910730"/>
                <a:ext cx="698653" cy="369332"/>
              </a:xfrm>
              <a:prstGeom prst="rect">
                <a:avLst/>
              </a:prstGeom>
              <a:blipFill>
                <a:blip r:embed="rId21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A4A772BC-F1CF-6DFD-8FD9-8C5592CCB321}"/>
              </a:ext>
            </a:extLst>
          </p:cNvPr>
          <p:cNvCxnSpPr>
            <a:cxnSpLocks/>
          </p:cNvCxnSpPr>
          <p:nvPr/>
        </p:nvCxnSpPr>
        <p:spPr>
          <a:xfrm flipH="1">
            <a:off x="5690494" y="3604705"/>
            <a:ext cx="1759484" cy="756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Gerader Verbinder 82">
            <a:extLst>
              <a:ext uri="{FF2B5EF4-FFF2-40B4-BE49-F238E27FC236}">
                <a16:creationId xmlns:a16="http://schemas.microsoft.com/office/drawing/2014/main" id="{396A2148-FA0F-1B7A-549A-7CD72F0A5B40}"/>
              </a:ext>
            </a:extLst>
          </p:cNvPr>
          <p:cNvCxnSpPr>
            <a:cxnSpLocks/>
          </p:cNvCxnSpPr>
          <p:nvPr/>
        </p:nvCxnSpPr>
        <p:spPr>
          <a:xfrm flipV="1">
            <a:off x="5267826" y="2777054"/>
            <a:ext cx="0" cy="82585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Gerader Verbinder 84">
            <a:extLst>
              <a:ext uri="{FF2B5EF4-FFF2-40B4-BE49-F238E27FC236}">
                <a16:creationId xmlns:a16="http://schemas.microsoft.com/office/drawing/2014/main" id="{1090F88C-504A-0E1F-9B0D-9A29E6C60935}"/>
              </a:ext>
            </a:extLst>
          </p:cNvPr>
          <p:cNvCxnSpPr>
            <a:cxnSpLocks/>
          </p:cNvCxnSpPr>
          <p:nvPr/>
        </p:nvCxnSpPr>
        <p:spPr>
          <a:xfrm flipV="1">
            <a:off x="5608141" y="2778010"/>
            <a:ext cx="0" cy="82585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Gerader Verbinder 85">
            <a:extLst>
              <a:ext uri="{FF2B5EF4-FFF2-40B4-BE49-F238E27FC236}">
                <a16:creationId xmlns:a16="http://schemas.microsoft.com/office/drawing/2014/main" id="{FEACA634-DA97-AF19-BE36-883A923F495A}"/>
              </a:ext>
            </a:extLst>
          </p:cNvPr>
          <p:cNvCxnSpPr>
            <a:cxnSpLocks/>
          </p:cNvCxnSpPr>
          <p:nvPr/>
        </p:nvCxnSpPr>
        <p:spPr>
          <a:xfrm>
            <a:off x="5280730" y="2775728"/>
            <a:ext cx="31987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43">
                <a:extLst>
                  <a:ext uri="{FF2B5EF4-FFF2-40B4-BE49-F238E27FC236}">
                    <a16:creationId xmlns:a16="http://schemas.microsoft.com/office/drawing/2014/main" id="{C50D5CAC-328A-AA2F-AB3B-8ACE85C33839}"/>
                  </a:ext>
                </a:extLst>
              </p:cNvPr>
              <p:cNvSpPr txBox="1"/>
              <p:nvPr/>
            </p:nvSpPr>
            <p:spPr>
              <a:xfrm>
                <a:off x="4616418" y="316886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8" name="TextBox 43">
                <a:extLst>
                  <a:ext uri="{FF2B5EF4-FFF2-40B4-BE49-F238E27FC236}">
                    <a16:creationId xmlns:a16="http://schemas.microsoft.com/office/drawing/2014/main" id="{C50D5CAC-328A-AA2F-AB3B-8ACE85C338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6418" y="3168868"/>
                <a:ext cx="740331" cy="400110"/>
              </a:xfrm>
              <a:prstGeom prst="rect">
                <a:avLst/>
              </a:prstGeom>
              <a:blipFill>
                <a:blip r:embed="rId22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9" name="TextBox 43">
                <a:extLst>
                  <a:ext uri="{FF2B5EF4-FFF2-40B4-BE49-F238E27FC236}">
                    <a16:creationId xmlns:a16="http://schemas.microsoft.com/office/drawing/2014/main" id="{D100E21C-CA36-D95C-DB55-C99D659FB129}"/>
                  </a:ext>
                </a:extLst>
              </p:cNvPr>
              <p:cNvSpPr txBox="1"/>
              <p:nvPr/>
            </p:nvSpPr>
            <p:spPr>
              <a:xfrm>
                <a:off x="4594460" y="2598099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9" name="TextBox 43">
                <a:extLst>
                  <a:ext uri="{FF2B5EF4-FFF2-40B4-BE49-F238E27FC236}">
                    <a16:creationId xmlns:a16="http://schemas.microsoft.com/office/drawing/2014/main" id="{D100E21C-CA36-D95C-DB55-C99D659FB1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4460" y="2598099"/>
                <a:ext cx="740331" cy="400110"/>
              </a:xfrm>
              <a:prstGeom prst="rect">
                <a:avLst/>
              </a:prstGeom>
              <a:blipFill>
                <a:blip r:embed="rId23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43">
                <a:extLst>
                  <a:ext uri="{FF2B5EF4-FFF2-40B4-BE49-F238E27FC236}">
                    <a16:creationId xmlns:a16="http://schemas.microsoft.com/office/drawing/2014/main" id="{0CB363A2-461D-54FE-E80A-6AE56ED88167}"/>
                  </a:ext>
                </a:extLst>
              </p:cNvPr>
              <p:cNvSpPr txBox="1"/>
              <p:nvPr/>
            </p:nvSpPr>
            <p:spPr>
              <a:xfrm>
                <a:off x="5582607" y="2576156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0" name="TextBox 43">
                <a:extLst>
                  <a:ext uri="{FF2B5EF4-FFF2-40B4-BE49-F238E27FC236}">
                    <a16:creationId xmlns:a16="http://schemas.microsoft.com/office/drawing/2014/main" id="{0CB363A2-461D-54FE-E80A-6AE56ED881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2607" y="2576156"/>
                <a:ext cx="740331" cy="400110"/>
              </a:xfrm>
              <a:prstGeom prst="rect">
                <a:avLst/>
              </a:prstGeom>
              <a:blipFill>
                <a:blip r:embed="rId24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43">
                <a:extLst>
                  <a:ext uri="{FF2B5EF4-FFF2-40B4-BE49-F238E27FC236}">
                    <a16:creationId xmlns:a16="http://schemas.microsoft.com/office/drawing/2014/main" id="{6592BC6E-2198-DD94-4566-3DBB2FAC31B3}"/>
                  </a:ext>
                </a:extLst>
              </p:cNvPr>
              <p:cNvSpPr txBox="1"/>
              <p:nvPr/>
            </p:nvSpPr>
            <p:spPr>
              <a:xfrm>
                <a:off x="5552110" y="3218604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14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1" name="TextBox 43">
                <a:extLst>
                  <a:ext uri="{FF2B5EF4-FFF2-40B4-BE49-F238E27FC236}">
                    <a16:creationId xmlns:a16="http://schemas.microsoft.com/office/drawing/2014/main" id="{6592BC6E-2198-DD94-4566-3DBB2FAC31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2110" y="3218604"/>
                <a:ext cx="740331" cy="40011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feld 91">
                <a:extLst>
                  <a:ext uri="{FF2B5EF4-FFF2-40B4-BE49-F238E27FC236}">
                    <a16:creationId xmlns:a16="http://schemas.microsoft.com/office/drawing/2014/main" id="{D7AF6F4E-38D6-B3B1-25B4-9F602C628617}"/>
                  </a:ext>
                </a:extLst>
              </p:cNvPr>
              <p:cNvSpPr txBox="1"/>
              <p:nvPr/>
            </p:nvSpPr>
            <p:spPr>
              <a:xfrm>
                <a:off x="5127682" y="2384496"/>
                <a:ext cx="54008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DE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en-DE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400" dirty="0"/>
              </a:p>
            </p:txBody>
          </p:sp>
        </mc:Choice>
        <mc:Fallback xmlns="">
          <p:sp>
            <p:nvSpPr>
              <p:cNvPr id="92" name="Textfeld 91">
                <a:extLst>
                  <a:ext uri="{FF2B5EF4-FFF2-40B4-BE49-F238E27FC236}">
                    <a16:creationId xmlns:a16="http://schemas.microsoft.com/office/drawing/2014/main" id="{D7AF6F4E-38D6-B3B1-25B4-9F602C6286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7682" y="2384496"/>
                <a:ext cx="540084" cy="307777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2B1AAD2F-2E6B-D0CF-5A73-6CC53005E59D}"/>
              </a:ext>
            </a:extLst>
          </p:cNvPr>
          <p:cNvCxnSpPr/>
          <p:nvPr/>
        </p:nvCxnSpPr>
        <p:spPr>
          <a:xfrm>
            <a:off x="5257586" y="2699435"/>
            <a:ext cx="31987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r Verbinder 64">
            <a:extLst>
              <a:ext uri="{FF2B5EF4-FFF2-40B4-BE49-F238E27FC236}">
                <a16:creationId xmlns:a16="http://schemas.microsoft.com/office/drawing/2014/main" id="{2B9CF1D2-71DC-AFC5-9D6F-692622D3E62B}"/>
              </a:ext>
            </a:extLst>
          </p:cNvPr>
          <p:cNvCxnSpPr>
            <a:cxnSpLocks/>
          </p:cNvCxnSpPr>
          <p:nvPr/>
        </p:nvCxnSpPr>
        <p:spPr>
          <a:xfrm>
            <a:off x="8480470" y="3732771"/>
            <a:ext cx="0" cy="13231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71983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E5F68-CD90-F232-2BDF-C015AB05C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0334A9B-587C-5B0C-2AC7-A38788D25A66}"/>
              </a:ext>
            </a:extLst>
          </p:cNvPr>
          <p:cNvSpPr/>
          <p:nvPr/>
        </p:nvSpPr>
        <p:spPr>
          <a:xfrm>
            <a:off x="9916511" y="-61553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500CE347-C145-52FD-2612-DB20DF0BD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16510" y="11231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2000" dirty="0">
                <a:solidFill>
                  <a:schemeClr val="tx1"/>
                </a:solidFill>
              </a:rPr>
              <a:t>Design 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BC3AF84A-3BA1-8D91-2BBA-1484F155EB77}"/>
                  </a:ext>
                </a:extLst>
              </p:cNvPr>
              <p:cNvSpPr txBox="1"/>
              <p:nvPr/>
            </p:nvSpPr>
            <p:spPr>
              <a:xfrm>
                <a:off x="951250" y="3209314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BC3AF84A-3BA1-8D91-2BBA-1484F155EB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50" y="3209314"/>
                <a:ext cx="600549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C3A94873-D3A3-2526-FA2C-F3F3EE77743A}"/>
                  </a:ext>
                </a:extLst>
              </p:cNvPr>
              <p:cNvSpPr txBox="1"/>
              <p:nvPr/>
            </p:nvSpPr>
            <p:spPr>
              <a:xfrm>
                <a:off x="1124521" y="1935376"/>
                <a:ext cx="61016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C3A94873-D3A3-2526-FA2C-F3F3EE7774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4521" y="1935376"/>
                <a:ext cx="610167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30CF80E2-0450-66FC-856C-CFEEFCEA38CB}"/>
              </a:ext>
            </a:extLst>
          </p:cNvPr>
          <p:cNvCxnSpPr>
            <a:cxnSpLocks/>
            <a:stCxn id="63" idx="2"/>
          </p:cNvCxnSpPr>
          <p:nvPr/>
        </p:nvCxnSpPr>
        <p:spPr>
          <a:xfrm>
            <a:off x="1429605" y="2335486"/>
            <a:ext cx="303070" cy="40468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CDF22A4-6632-77E4-39AB-ABFF408DD42E}"/>
              </a:ext>
            </a:extLst>
          </p:cNvPr>
          <p:cNvCxnSpPr>
            <a:cxnSpLocks/>
          </p:cNvCxnSpPr>
          <p:nvPr/>
        </p:nvCxnSpPr>
        <p:spPr>
          <a:xfrm flipV="1">
            <a:off x="1410143" y="3028449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B2DF960-2051-EB1A-728D-AE714EC62091}"/>
                  </a:ext>
                </a:extLst>
              </p:cNvPr>
              <p:cNvSpPr txBox="1"/>
              <p:nvPr/>
            </p:nvSpPr>
            <p:spPr>
              <a:xfrm>
                <a:off x="9786722" y="2122036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B2DF960-2051-EB1A-728D-AE714EC620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86722" y="2122036"/>
                <a:ext cx="71917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69BA61D8-0B84-BB84-FD94-F1105B0D80D3}"/>
              </a:ext>
            </a:extLst>
          </p:cNvPr>
          <p:cNvCxnSpPr>
            <a:cxnSpLocks/>
          </p:cNvCxnSpPr>
          <p:nvPr/>
        </p:nvCxnSpPr>
        <p:spPr>
          <a:xfrm flipH="1">
            <a:off x="9974476" y="2566501"/>
            <a:ext cx="95426" cy="46120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34B55887-135D-5116-C70E-E4670ED0B290}"/>
                  </a:ext>
                </a:extLst>
              </p:cNvPr>
              <p:cNvSpPr txBox="1"/>
              <p:nvPr/>
            </p:nvSpPr>
            <p:spPr>
              <a:xfrm>
                <a:off x="9661194" y="3540964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34B55887-135D-5116-C70E-E4670ED0B2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1194" y="3540964"/>
                <a:ext cx="719171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4B861B3A-4DEC-15E6-CA0B-7D1A4714E8F8}"/>
                  </a:ext>
                </a:extLst>
              </p:cNvPr>
              <p:cNvSpPr txBox="1"/>
              <p:nvPr/>
            </p:nvSpPr>
            <p:spPr>
              <a:xfrm>
                <a:off x="3387959" y="2104385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4B861B3A-4DEC-15E6-CA0B-7D1A4714E8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7959" y="2104385"/>
                <a:ext cx="709553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B5A0564F-CA8B-6763-D2DE-F8E50C6E8172}"/>
                  </a:ext>
                </a:extLst>
              </p:cNvPr>
              <p:cNvSpPr txBox="1"/>
              <p:nvPr/>
            </p:nvSpPr>
            <p:spPr>
              <a:xfrm>
                <a:off x="3353568" y="3202828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B5A0564F-CA8B-6763-D2DE-F8E50C6E81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3568" y="3202828"/>
                <a:ext cx="709553" cy="4001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6D5A1412-B186-6CEB-547E-B13CE79B9DB4}"/>
                  </a:ext>
                </a:extLst>
              </p:cNvPr>
              <p:cNvSpPr txBox="1"/>
              <p:nvPr/>
            </p:nvSpPr>
            <p:spPr>
              <a:xfrm>
                <a:off x="5634278" y="31303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6D5A1412-B186-6CEB-547E-B13CE79B9D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4278" y="31303"/>
                <a:ext cx="71917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9" name="Group 88">
            <a:extLst>
              <a:ext uri="{FF2B5EF4-FFF2-40B4-BE49-F238E27FC236}">
                <a16:creationId xmlns:a16="http://schemas.microsoft.com/office/drawing/2014/main" id="{1861ADD0-E356-2CCA-79C0-749CD45A1F4E}"/>
              </a:ext>
            </a:extLst>
          </p:cNvPr>
          <p:cNvGrpSpPr/>
          <p:nvPr/>
        </p:nvGrpSpPr>
        <p:grpSpPr>
          <a:xfrm>
            <a:off x="3452487" y="2663969"/>
            <a:ext cx="1255894" cy="400110"/>
            <a:chOff x="5372824" y="4174268"/>
            <a:chExt cx="734184" cy="40011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AC295BC0-AAC9-E382-2BCD-8F520AC95015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7BD66680-0B0C-CA06-49E4-D08749B903B0}"/>
                    </a:ext>
                  </a:extLst>
                </p:cNvPr>
                <p:cNvSpPr txBox="1"/>
                <p:nvPr/>
              </p:nvSpPr>
              <p:spPr>
                <a:xfrm>
                  <a:off x="5372824" y="4174268"/>
                  <a:ext cx="73418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b="1" dirty="0"/>
                    <a:t>Pipe </a:t>
                  </a:r>
                  <a14:m>
                    <m:oMath xmlns:m="http://schemas.openxmlformats.org/officeDocument/2006/math">
                      <m:r>
                        <a:rPr lang="en-US" sz="2000" b="1" i="1" dirty="0" smtClean="0">
                          <a:latin typeface="Cambria Math" panose="02040503050406030204" pitchFamily="18" charset="0"/>
                        </a:rPr>
                        <m:t>𝟏</m:t>
                      </m:r>
                    </m:oMath>
                  </a14:m>
                  <a:endParaRPr lang="en-DE" sz="2000" b="1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7BD66680-0B0C-CA06-49E4-D08749B903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174268"/>
                  <a:ext cx="734184" cy="400110"/>
                </a:xfrm>
                <a:prstGeom prst="rect">
                  <a:avLst/>
                </a:prstGeom>
                <a:blipFill>
                  <a:blip r:embed="rId10"/>
                  <a:stretch>
                    <a:fillRect t="-6061" b="-2727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FF205775-2175-7DC8-9E86-61EC71FA2E5A}"/>
                  </a:ext>
                </a:extLst>
              </p:cNvPr>
              <p:cNvSpPr txBox="1"/>
              <p:nvPr/>
            </p:nvSpPr>
            <p:spPr>
              <a:xfrm>
                <a:off x="5376829" y="5665741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FF205775-2175-7DC8-9E86-61EC71FA2E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6829" y="5665741"/>
                <a:ext cx="719171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39F38951-2D43-8247-CBA1-C17A77BFC1E0}"/>
                  </a:ext>
                </a:extLst>
              </p:cNvPr>
              <p:cNvSpPr txBox="1"/>
              <p:nvPr/>
            </p:nvSpPr>
            <p:spPr>
              <a:xfrm>
                <a:off x="5626579" y="970670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39F38951-2D43-8247-CBA1-C17A77BFC1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6579" y="970670"/>
                <a:ext cx="709553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CA202D0-9F2C-CB7B-63E7-70FDD27984CB}"/>
              </a:ext>
            </a:extLst>
          </p:cNvPr>
          <p:cNvCxnSpPr>
            <a:cxnSpLocks/>
          </p:cNvCxnSpPr>
          <p:nvPr/>
        </p:nvCxnSpPr>
        <p:spPr>
          <a:xfrm flipH="1">
            <a:off x="1805422" y="553718"/>
            <a:ext cx="4178056" cy="22923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1088AB0-BFAC-F350-B95C-DB37204BFD4B}"/>
              </a:ext>
            </a:extLst>
          </p:cNvPr>
          <p:cNvCxnSpPr>
            <a:cxnSpLocks/>
          </p:cNvCxnSpPr>
          <p:nvPr/>
        </p:nvCxnSpPr>
        <p:spPr>
          <a:xfrm flipH="1" flipV="1">
            <a:off x="1797411" y="3005666"/>
            <a:ext cx="3902259" cy="25919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EC45ABF-5CD7-1972-D430-CA055B70C0B5}"/>
              </a:ext>
            </a:extLst>
          </p:cNvPr>
          <p:cNvCxnSpPr>
            <a:cxnSpLocks/>
          </p:cNvCxnSpPr>
          <p:nvPr/>
        </p:nvCxnSpPr>
        <p:spPr>
          <a:xfrm>
            <a:off x="1227594" y="2849929"/>
            <a:ext cx="57782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DBD1CC5-013E-3B00-DBD1-D6404D73A896}"/>
              </a:ext>
            </a:extLst>
          </p:cNvPr>
          <p:cNvCxnSpPr>
            <a:cxnSpLocks/>
          </p:cNvCxnSpPr>
          <p:nvPr/>
        </p:nvCxnSpPr>
        <p:spPr>
          <a:xfrm flipV="1">
            <a:off x="1227594" y="3000212"/>
            <a:ext cx="577828" cy="54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51EBEF3-6353-44D6-467B-A44A8DFCE02B}"/>
              </a:ext>
            </a:extLst>
          </p:cNvPr>
          <p:cNvCxnSpPr>
            <a:cxnSpLocks/>
          </p:cNvCxnSpPr>
          <p:nvPr/>
        </p:nvCxnSpPr>
        <p:spPr>
          <a:xfrm>
            <a:off x="2756613" y="2637118"/>
            <a:ext cx="2925762" cy="130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66CFFC11-60AA-2519-DCB0-A9F2DEFA24BC}"/>
              </a:ext>
            </a:extLst>
          </p:cNvPr>
          <p:cNvCxnSpPr>
            <a:cxnSpLocks/>
          </p:cNvCxnSpPr>
          <p:nvPr/>
        </p:nvCxnSpPr>
        <p:spPr>
          <a:xfrm>
            <a:off x="2590527" y="3157668"/>
            <a:ext cx="308382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EC0C51A3-9B5D-1424-B57D-7156ED0DE485}"/>
              </a:ext>
            </a:extLst>
          </p:cNvPr>
          <p:cNvCxnSpPr>
            <a:cxnSpLocks/>
          </p:cNvCxnSpPr>
          <p:nvPr/>
        </p:nvCxnSpPr>
        <p:spPr>
          <a:xfrm flipH="1">
            <a:off x="2703989" y="923050"/>
            <a:ext cx="3277367" cy="172710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80E8C2C8-E77D-DA97-01DF-31BB255F415B}"/>
              </a:ext>
            </a:extLst>
          </p:cNvPr>
          <p:cNvCxnSpPr>
            <a:cxnSpLocks/>
          </p:cNvCxnSpPr>
          <p:nvPr/>
        </p:nvCxnSpPr>
        <p:spPr>
          <a:xfrm flipH="1" flipV="1">
            <a:off x="2590527" y="3160549"/>
            <a:ext cx="3091848" cy="20137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8284B1F7-51E7-178E-9179-F4B6036030A3}"/>
              </a:ext>
            </a:extLst>
          </p:cNvPr>
          <p:cNvCxnSpPr>
            <a:cxnSpLocks/>
          </p:cNvCxnSpPr>
          <p:nvPr/>
        </p:nvCxnSpPr>
        <p:spPr>
          <a:xfrm>
            <a:off x="5983478" y="913400"/>
            <a:ext cx="3139696" cy="2004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93C099AC-65AD-0B6F-EFFD-16EC1F7D26D9}"/>
              </a:ext>
            </a:extLst>
          </p:cNvPr>
          <p:cNvCxnSpPr>
            <a:cxnSpLocks/>
          </p:cNvCxnSpPr>
          <p:nvPr/>
        </p:nvCxnSpPr>
        <p:spPr>
          <a:xfrm>
            <a:off x="5983406" y="533778"/>
            <a:ext cx="3917298" cy="25134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F3797552-C504-E92E-E619-720F0B5EF7DE}"/>
              </a:ext>
            </a:extLst>
          </p:cNvPr>
          <p:cNvCxnSpPr>
            <a:cxnSpLocks/>
          </p:cNvCxnSpPr>
          <p:nvPr/>
        </p:nvCxnSpPr>
        <p:spPr>
          <a:xfrm flipV="1">
            <a:off x="5682375" y="3441279"/>
            <a:ext cx="2706226" cy="173302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B0193FF4-3EF0-D439-1A1B-701E9117FEC2}"/>
              </a:ext>
            </a:extLst>
          </p:cNvPr>
          <p:cNvCxnSpPr>
            <a:cxnSpLocks/>
          </p:cNvCxnSpPr>
          <p:nvPr/>
        </p:nvCxnSpPr>
        <p:spPr>
          <a:xfrm flipV="1">
            <a:off x="5699670" y="3215897"/>
            <a:ext cx="3669108" cy="238169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7178FE84-0458-BA09-1A64-38D09AE47A6D}"/>
              </a:ext>
            </a:extLst>
          </p:cNvPr>
          <p:cNvGrpSpPr/>
          <p:nvPr/>
        </p:nvGrpSpPr>
        <p:grpSpPr>
          <a:xfrm>
            <a:off x="3715655" y="724337"/>
            <a:ext cx="1255894" cy="400110"/>
            <a:chOff x="5372824" y="4250468"/>
            <a:chExt cx="734184" cy="40011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9C9FFE7C-6FC6-930C-F860-78522B240C35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252275F2-C3EF-FB04-5270-16375B6E5B5A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000" b="1" i="1" dirty="0" smtClean="0">
                          <a:latin typeface="Cambria Math" panose="02040503050406030204" pitchFamily="18" charset="0"/>
                        </a:rPr>
                        <m:t>𝟐</m:t>
                      </m:r>
                    </m:oMath>
                  </a14:m>
                  <a:endParaRPr lang="en-DE" sz="2000" b="1" dirty="0"/>
                </a:p>
              </p:txBody>
            </p:sp>
          </mc:Choice>
          <mc:Fallback xmlns="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252275F2-C3EF-FB04-5270-16375B6E5B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7692" b="-2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2DA8E97-AA8B-21FE-21D9-7958AEDC1DF9}"/>
              </a:ext>
            </a:extLst>
          </p:cNvPr>
          <p:cNvGrpSpPr/>
          <p:nvPr/>
        </p:nvGrpSpPr>
        <p:grpSpPr>
          <a:xfrm>
            <a:off x="3087708" y="4657482"/>
            <a:ext cx="1255894" cy="400110"/>
            <a:chOff x="5372824" y="4250468"/>
            <a:chExt cx="734184" cy="40011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C69C9D59-D227-0CBC-9DB5-E79E6B4C9617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1FFD9DEE-0FB8-2CD5-4C4C-D61C6288DA76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000" b="1" i="1" dirty="0" smtClean="0">
                          <a:latin typeface="Cambria Math" panose="02040503050406030204" pitchFamily="18" charset="0"/>
                        </a:rPr>
                        <m:t>𝟑</m:t>
                      </m:r>
                    </m:oMath>
                  </a14:m>
                  <a:endParaRPr lang="en-DE" sz="2000" b="1" dirty="0"/>
                </a:p>
              </p:txBody>
            </p:sp>
          </mc:Choice>
          <mc:Fallback xmlns="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1FFD9DEE-0FB8-2CD5-4C4C-D61C6288DA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400110"/>
                </a:xfrm>
                <a:prstGeom prst="rect">
                  <a:avLst/>
                </a:prstGeom>
                <a:blipFill>
                  <a:blip r:embed="rId14"/>
                  <a:stretch>
                    <a:fillRect t="-6061" b="-2727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E4F393EE-008E-2D34-BD7B-3D5EADFFF788}"/>
                  </a:ext>
                </a:extLst>
              </p:cNvPr>
              <p:cNvSpPr txBox="1"/>
              <p:nvPr/>
            </p:nvSpPr>
            <p:spPr>
              <a:xfrm>
                <a:off x="7108189" y="3488945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E4F393EE-008E-2D34-BD7B-3D5EADFFF7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8189" y="3488945"/>
                <a:ext cx="709553" cy="4001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79AF6E10-1C0A-7BAF-2707-BF3E83926CD0}"/>
                  </a:ext>
                </a:extLst>
              </p:cNvPr>
              <p:cNvSpPr txBox="1"/>
              <p:nvPr/>
            </p:nvSpPr>
            <p:spPr>
              <a:xfrm>
                <a:off x="5372212" y="4610629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79AF6E10-1C0A-7BAF-2707-BF3E83926C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2212" y="4610629"/>
                <a:ext cx="709553" cy="4001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690CEF75-436E-ABA1-A86D-99744D4AB285}"/>
              </a:ext>
            </a:extLst>
          </p:cNvPr>
          <p:cNvCxnSpPr>
            <a:cxnSpLocks/>
          </p:cNvCxnSpPr>
          <p:nvPr/>
        </p:nvCxnSpPr>
        <p:spPr>
          <a:xfrm>
            <a:off x="2206556" y="2627605"/>
            <a:ext cx="643601" cy="886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82C3F25C-B183-961D-4D73-819346250060}"/>
              </a:ext>
            </a:extLst>
          </p:cNvPr>
          <p:cNvCxnSpPr>
            <a:cxnSpLocks/>
          </p:cNvCxnSpPr>
          <p:nvPr/>
        </p:nvCxnSpPr>
        <p:spPr>
          <a:xfrm>
            <a:off x="1865895" y="1930288"/>
            <a:ext cx="357974" cy="65117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E078B4C5-B462-AF78-AEBD-097910C2A8C5}"/>
              </a:ext>
            </a:extLst>
          </p:cNvPr>
          <p:cNvCxnSpPr>
            <a:cxnSpLocks/>
          </p:cNvCxnSpPr>
          <p:nvPr/>
        </p:nvCxnSpPr>
        <p:spPr>
          <a:xfrm flipH="1">
            <a:off x="2919756" y="2461143"/>
            <a:ext cx="476671" cy="13281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B592A6A3-2065-B0C1-D246-4C3BFEC5692E}"/>
                  </a:ext>
                </a:extLst>
              </p:cNvPr>
              <p:cNvSpPr txBox="1"/>
              <p:nvPr/>
            </p:nvSpPr>
            <p:spPr>
              <a:xfrm>
                <a:off x="1334688" y="1387801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B592A6A3-2065-B0C1-D246-4C3BFEC569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4688" y="1387801"/>
                <a:ext cx="719171" cy="40011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A50880C2-B69C-D852-C57C-A65B36555483}"/>
                  </a:ext>
                </a:extLst>
              </p:cNvPr>
              <p:cNvSpPr txBox="1"/>
              <p:nvPr/>
            </p:nvSpPr>
            <p:spPr>
              <a:xfrm>
                <a:off x="7392976" y="2148364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A50880C2-B69C-D852-C57C-A65B365554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2976" y="2148364"/>
                <a:ext cx="709553" cy="40011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EB6800DB-1D10-FECF-1B1D-7292E62C0DE2}"/>
                  </a:ext>
                </a:extLst>
              </p:cNvPr>
              <p:cNvSpPr txBox="1"/>
              <p:nvPr/>
            </p:nvSpPr>
            <p:spPr>
              <a:xfrm>
                <a:off x="5232369" y="2068673"/>
                <a:ext cx="61016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EB6800DB-1D10-FECF-1B1D-7292E62C0D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369" y="2068673"/>
                <a:ext cx="610167" cy="40011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E6839CA-C96A-BAD8-E9DC-6D54C93F37A5}"/>
              </a:ext>
            </a:extLst>
          </p:cNvPr>
          <p:cNvCxnSpPr>
            <a:cxnSpLocks/>
          </p:cNvCxnSpPr>
          <p:nvPr/>
        </p:nvCxnSpPr>
        <p:spPr>
          <a:xfrm>
            <a:off x="2035888" y="3159933"/>
            <a:ext cx="65745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028BA4F-11AB-90ED-2BAB-F0B21A275CB4}"/>
              </a:ext>
            </a:extLst>
          </p:cNvPr>
          <p:cNvCxnSpPr>
            <a:cxnSpLocks/>
          </p:cNvCxnSpPr>
          <p:nvPr/>
        </p:nvCxnSpPr>
        <p:spPr>
          <a:xfrm flipV="1">
            <a:off x="1670039" y="3184892"/>
            <a:ext cx="315243" cy="67505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F48340D-FF4C-769D-5F90-A9217DC3B1AE}"/>
                  </a:ext>
                </a:extLst>
              </p:cNvPr>
              <p:cNvSpPr txBox="1"/>
              <p:nvPr/>
            </p:nvSpPr>
            <p:spPr>
              <a:xfrm>
                <a:off x="1103160" y="3724990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F48340D-FF4C-769D-5F90-A9217DC3B1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3160" y="3724990"/>
                <a:ext cx="709553" cy="40011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6D6A760-F674-B47C-E32C-0CFB0214727B}"/>
              </a:ext>
            </a:extLst>
          </p:cNvPr>
          <p:cNvCxnSpPr>
            <a:cxnSpLocks/>
            <a:stCxn id="80" idx="1"/>
          </p:cNvCxnSpPr>
          <p:nvPr/>
        </p:nvCxnSpPr>
        <p:spPr>
          <a:xfrm flipH="1" flipV="1">
            <a:off x="2870517" y="3211737"/>
            <a:ext cx="483051" cy="19114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41B581D-3DAC-5B24-74F8-B10B84DCD7DA}"/>
                  </a:ext>
                </a:extLst>
              </p:cNvPr>
              <p:cNvSpPr txBox="1"/>
              <p:nvPr/>
            </p:nvSpPr>
            <p:spPr>
              <a:xfrm>
                <a:off x="5161858" y="3211429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41B581D-3DAC-5B24-74F8-B10B84DCD7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1858" y="3211429"/>
                <a:ext cx="600549" cy="400110"/>
              </a:xfrm>
              <a:prstGeom prst="rect">
                <a:avLst/>
              </a:prstGeom>
              <a:blipFill>
                <a:blip r:embed="rId21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F9A1E19-D6C4-7A9A-D3C9-0F4E494F9168}"/>
              </a:ext>
            </a:extLst>
          </p:cNvPr>
          <p:cNvCxnSpPr>
            <a:cxnSpLocks/>
          </p:cNvCxnSpPr>
          <p:nvPr/>
        </p:nvCxnSpPr>
        <p:spPr>
          <a:xfrm flipH="1" flipV="1">
            <a:off x="9393130" y="3271081"/>
            <a:ext cx="404519" cy="381675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81902E3-EAD8-5545-8359-307090B30E83}"/>
              </a:ext>
            </a:extLst>
          </p:cNvPr>
          <p:cNvCxnSpPr>
            <a:cxnSpLocks/>
          </p:cNvCxnSpPr>
          <p:nvPr/>
        </p:nvCxnSpPr>
        <p:spPr>
          <a:xfrm>
            <a:off x="9900704" y="3046095"/>
            <a:ext cx="46756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7B141F0-8C35-D54E-5190-C8A1B31A87CF}"/>
              </a:ext>
            </a:extLst>
          </p:cNvPr>
          <p:cNvCxnSpPr>
            <a:cxnSpLocks/>
          </p:cNvCxnSpPr>
          <p:nvPr/>
        </p:nvCxnSpPr>
        <p:spPr>
          <a:xfrm>
            <a:off x="9341921" y="3216654"/>
            <a:ext cx="1026346" cy="133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AF722CF-BFBE-CBE2-D918-B47235F8452E}"/>
              </a:ext>
            </a:extLst>
          </p:cNvPr>
          <p:cNvCxnSpPr>
            <a:cxnSpLocks/>
          </p:cNvCxnSpPr>
          <p:nvPr/>
        </p:nvCxnSpPr>
        <p:spPr>
          <a:xfrm flipV="1">
            <a:off x="7688701" y="3476587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4F0C665-DA31-D48F-5CDF-F88D9202C9FB}"/>
              </a:ext>
            </a:extLst>
          </p:cNvPr>
          <p:cNvCxnSpPr>
            <a:cxnSpLocks/>
          </p:cNvCxnSpPr>
          <p:nvPr/>
        </p:nvCxnSpPr>
        <p:spPr>
          <a:xfrm>
            <a:off x="8273934" y="258388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45F05D6-AD1E-9BDB-8185-F431FDD3AD93}"/>
                  </a:ext>
                </a:extLst>
              </p:cNvPr>
              <p:cNvSpPr txBox="1"/>
              <p:nvPr/>
            </p:nvSpPr>
            <p:spPr>
              <a:xfrm>
                <a:off x="104710" y="2099000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45F05D6-AD1E-9BDB-8185-F431FDD3AD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10" y="2099000"/>
                <a:ext cx="719171" cy="40011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C3B5045-9DEA-65FE-2746-57835F9F2937}"/>
                  </a:ext>
                </a:extLst>
              </p:cNvPr>
              <p:cNvSpPr txBox="1"/>
              <p:nvPr/>
            </p:nvSpPr>
            <p:spPr>
              <a:xfrm>
                <a:off x="0" y="3092230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C3B5045-9DEA-65FE-2746-57835F9F2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92230"/>
                <a:ext cx="709553" cy="40011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623B58A-D27D-05E2-7CBB-4AFD11772356}"/>
              </a:ext>
            </a:extLst>
          </p:cNvPr>
          <p:cNvCxnSpPr>
            <a:cxnSpLocks/>
          </p:cNvCxnSpPr>
          <p:nvPr/>
        </p:nvCxnSpPr>
        <p:spPr>
          <a:xfrm>
            <a:off x="1227594" y="2846070"/>
            <a:ext cx="0" cy="1541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7B43063-1FC9-6737-9003-9059D5D0EEF2}"/>
              </a:ext>
            </a:extLst>
          </p:cNvPr>
          <p:cNvCxnSpPr>
            <a:cxnSpLocks/>
          </p:cNvCxnSpPr>
          <p:nvPr/>
        </p:nvCxnSpPr>
        <p:spPr>
          <a:xfrm>
            <a:off x="961287" y="2536408"/>
            <a:ext cx="218303" cy="28157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C33A7C9-2B41-C927-93DD-477EFDB53E1A}"/>
              </a:ext>
            </a:extLst>
          </p:cNvPr>
          <p:cNvCxnSpPr>
            <a:cxnSpLocks/>
          </p:cNvCxnSpPr>
          <p:nvPr/>
        </p:nvCxnSpPr>
        <p:spPr>
          <a:xfrm flipV="1">
            <a:off x="846770" y="3071046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868CD055-F2B8-4E19-B8C9-C694C97263F8}"/>
              </a:ext>
            </a:extLst>
          </p:cNvPr>
          <p:cNvCxnSpPr>
            <a:cxnSpLocks/>
          </p:cNvCxnSpPr>
          <p:nvPr/>
        </p:nvCxnSpPr>
        <p:spPr>
          <a:xfrm>
            <a:off x="2590527" y="2458596"/>
            <a:ext cx="133671" cy="16362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7C49ED7-FED4-75C5-1960-DABC845A90D5}"/>
              </a:ext>
            </a:extLst>
          </p:cNvPr>
          <p:cNvCxnSpPr>
            <a:cxnSpLocks/>
          </p:cNvCxnSpPr>
          <p:nvPr/>
        </p:nvCxnSpPr>
        <p:spPr>
          <a:xfrm>
            <a:off x="8412953" y="3429000"/>
            <a:ext cx="215567" cy="2137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818E0AC-1DE8-1015-8699-E4F7C843FD24}"/>
              </a:ext>
            </a:extLst>
          </p:cNvPr>
          <p:cNvCxnSpPr>
            <a:cxnSpLocks/>
          </p:cNvCxnSpPr>
          <p:nvPr/>
        </p:nvCxnSpPr>
        <p:spPr>
          <a:xfrm flipH="1">
            <a:off x="2367769" y="3149979"/>
            <a:ext cx="222758" cy="23395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ED0DFAE-EE4C-ADB1-5EF1-7CB9149549BA}"/>
              </a:ext>
            </a:extLst>
          </p:cNvPr>
          <p:cNvCxnSpPr>
            <a:cxnSpLocks/>
          </p:cNvCxnSpPr>
          <p:nvPr/>
        </p:nvCxnSpPr>
        <p:spPr>
          <a:xfrm flipH="1">
            <a:off x="9123174" y="2713832"/>
            <a:ext cx="218747" cy="17703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9097FCE-4010-529C-3347-41CB07EDA13E}"/>
              </a:ext>
            </a:extLst>
          </p:cNvPr>
          <p:cNvCxnSpPr>
            <a:cxnSpLocks/>
          </p:cNvCxnSpPr>
          <p:nvPr/>
        </p:nvCxnSpPr>
        <p:spPr>
          <a:xfrm flipV="1">
            <a:off x="2375877" y="3470924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D3E03BFF-9F66-58A1-0EA9-D24D96F6F274}"/>
              </a:ext>
            </a:extLst>
          </p:cNvPr>
          <p:cNvCxnSpPr>
            <a:cxnSpLocks/>
          </p:cNvCxnSpPr>
          <p:nvPr/>
        </p:nvCxnSpPr>
        <p:spPr>
          <a:xfrm>
            <a:off x="2590527" y="1587695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DF53B91-BD29-F87C-F561-B5389F1D0D5D}"/>
              </a:ext>
            </a:extLst>
          </p:cNvPr>
          <p:cNvCxnSpPr>
            <a:cxnSpLocks/>
          </p:cNvCxnSpPr>
          <p:nvPr/>
        </p:nvCxnSpPr>
        <p:spPr>
          <a:xfrm>
            <a:off x="9368778" y="1866348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9F988F6-F73B-19E6-95CE-6965E317F373}"/>
              </a:ext>
            </a:extLst>
          </p:cNvPr>
          <p:cNvCxnSpPr>
            <a:cxnSpLocks/>
          </p:cNvCxnSpPr>
          <p:nvPr/>
        </p:nvCxnSpPr>
        <p:spPr>
          <a:xfrm flipH="1" flipV="1">
            <a:off x="8690396" y="3692091"/>
            <a:ext cx="374093" cy="37613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DDEA480-15F6-703D-5105-A00641790DC5}"/>
                  </a:ext>
                </a:extLst>
              </p:cNvPr>
              <p:cNvSpPr txBox="1"/>
              <p:nvPr/>
            </p:nvSpPr>
            <p:spPr>
              <a:xfrm>
                <a:off x="8754439" y="1270443"/>
                <a:ext cx="82817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DDEA480-15F6-703D-5105-A00641790D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4439" y="1270443"/>
                <a:ext cx="828175" cy="400110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B2D2731-8AE9-715E-18A0-82B40C53A7A1}"/>
                  </a:ext>
                </a:extLst>
              </p:cNvPr>
              <p:cNvSpPr txBox="1"/>
              <p:nvPr/>
            </p:nvSpPr>
            <p:spPr>
              <a:xfrm>
                <a:off x="9072529" y="3895536"/>
                <a:ext cx="82817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322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B2D2731-8AE9-715E-18A0-82B40C53A7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2529" y="3895536"/>
                <a:ext cx="828175" cy="40011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1C2D014-DA4A-639D-E6A3-4585008B9C08}"/>
                  </a:ext>
                </a:extLst>
              </p:cNvPr>
              <p:cNvSpPr txBox="1"/>
              <p:nvPr/>
            </p:nvSpPr>
            <p:spPr>
              <a:xfrm>
                <a:off x="2191369" y="904011"/>
                <a:ext cx="82817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210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1C2D014-DA4A-639D-E6A3-4585008B9C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1369" y="904011"/>
                <a:ext cx="828175" cy="40011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8AB86E6-3827-F750-3D20-9CB37C9BDFFB}"/>
                  </a:ext>
                </a:extLst>
              </p:cNvPr>
              <p:cNvSpPr txBox="1"/>
              <p:nvPr/>
            </p:nvSpPr>
            <p:spPr>
              <a:xfrm>
                <a:off x="2019758" y="4221916"/>
                <a:ext cx="82817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310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8AB86E6-3827-F750-3D20-9CB37C9BD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9758" y="4221916"/>
                <a:ext cx="828175" cy="40011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5D82D6B-05D4-C1F7-95D8-D4838C0E56A9}"/>
              </a:ext>
            </a:extLst>
          </p:cNvPr>
          <p:cNvCxnSpPr>
            <a:cxnSpLocks/>
          </p:cNvCxnSpPr>
          <p:nvPr/>
        </p:nvCxnSpPr>
        <p:spPr>
          <a:xfrm>
            <a:off x="7738249" y="5116119"/>
            <a:ext cx="10857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AA5575B-7E85-7608-089A-7B27D25EF4CB}"/>
              </a:ext>
            </a:extLst>
          </p:cNvPr>
          <p:cNvCxnSpPr>
            <a:cxnSpLocks/>
          </p:cNvCxnSpPr>
          <p:nvPr/>
        </p:nvCxnSpPr>
        <p:spPr>
          <a:xfrm>
            <a:off x="7738249" y="5996778"/>
            <a:ext cx="10857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A6FBB0A-3498-A223-8BD4-A5536C6F786E}"/>
              </a:ext>
            </a:extLst>
          </p:cNvPr>
          <p:cNvCxnSpPr>
            <a:cxnSpLocks/>
          </p:cNvCxnSpPr>
          <p:nvPr/>
        </p:nvCxnSpPr>
        <p:spPr>
          <a:xfrm>
            <a:off x="9859845" y="5648375"/>
            <a:ext cx="10857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45AA943-0BBF-BA03-8448-BDA272BD0847}"/>
              </a:ext>
            </a:extLst>
          </p:cNvPr>
          <p:cNvCxnSpPr>
            <a:cxnSpLocks/>
          </p:cNvCxnSpPr>
          <p:nvPr/>
        </p:nvCxnSpPr>
        <p:spPr>
          <a:xfrm>
            <a:off x="9885246" y="6516632"/>
            <a:ext cx="10857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72A4D4D5-FCE9-B7DF-A8D8-AB4EAE6B8A54}"/>
                  </a:ext>
                </a:extLst>
              </p:cNvPr>
              <p:cNvSpPr txBox="1"/>
              <p:nvPr/>
            </p:nvSpPr>
            <p:spPr>
              <a:xfrm>
                <a:off x="8553229" y="4625082"/>
                <a:ext cx="61016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72A4D4D5-FCE9-B7DF-A8D8-AB4EAE6B8A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3229" y="4625082"/>
                <a:ext cx="610167" cy="400110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7F248A55-53CF-A669-3EFB-60C333C7CAEB}"/>
              </a:ext>
            </a:extLst>
          </p:cNvPr>
          <p:cNvCxnSpPr>
            <a:cxnSpLocks/>
          </p:cNvCxnSpPr>
          <p:nvPr/>
        </p:nvCxnSpPr>
        <p:spPr>
          <a:xfrm>
            <a:off x="8823997" y="5116119"/>
            <a:ext cx="1035848" cy="5262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CB22B077-218E-E349-678F-69117F5ADF74}"/>
                  </a:ext>
                </a:extLst>
              </p:cNvPr>
              <p:cNvSpPr txBox="1"/>
              <p:nvPr/>
            </p:nvSpPr>
            <p:spPr>
              <a:xfrm>
                <a:off x="8240633" y="6133423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CB22B077-218E-E349-678F-69117F5ADF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0633" y="6133423"/>
                <a:ext cx="600549" cy="400110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D8C68B10-346C-F34C-280E-58FE59861715}"/>
              </a:ext>
            </a:extLst>
          </p:cNvPr>
          <p:cNvCxnSpPr>
            <a:cxnSpLocks/>
          </p:cNvCxnSpPr>
          <p:nvPr/>
        </p:nvCxnSpPr>
        <p:spPr>
          <a:xfrm>
            <a:off x="8800138" y="5997903"/>
            <a:ext cx="1085108" cy="5187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17E899F-F45E-7097-EF01-8700EF410273}"/>
                  </a:ext>
                </a:extLst>
              </p:cNvPr>
              <p:cNvSpPr txBox="1"/>
              <p:nvPr/>
            </p:nvSpPr>
            <p:spPr>
              <a:xfrm>
                <a:off x="9797649" y="5222974"/>
                <a:ext cx="72430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17E899F-F45E-7097-EF01-8700EF410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7649" y="5222974"/>
                <a:ext cx="724301" cy="400110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4CBB6886-5BC6-4855-6E0E-AA2F33DDB44E}"/>
                  </a:ext>
                </a:extLst>
              </p:cNvPr>
              <p:cNvSpPr txBox="1"/>
              <p:nvPr/>
            </p:nvSpPr>
            <p:spPr>
              <a:xfrm>
                <a:off x="9807267" y="6084022"/>
                <a:ext cx="71468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4CBB6886-5BC6-4855-6E0E-AA2F33DDB4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7267" y="6084022"/>
                <a:ext cx="714683" cy="400110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F9A46639-D27F-3380-DA49-E573CDA35394}"/>
              </a:ext>
            </a:extLst>
          </p:cNvPr>
          <p:cNvCxnSpPr>
            <a:cxnSpLocks/>
          </p:cNvCxnSpPr>
          <p:nvPr/>
        </p:nvCxnSpPr>
        <p:spPr>
          <a:xfrm flipH="1" flipV="1">
            <a:off x="8627341" y="5635902"/>
            <a:ext cx="1232504" cy="1247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96E9FE61-A182-0F50-8A49-DE78C45B9414}"/>
              </a:ext>
            </a:extLst>
          </p:cNvPr>
          <p:cNvCxnSpPr>
            <a:cxnSpLocks/>
          </p:cNvCxnSpPr>
          <p:nvPr/>
        </p:nvCxnSpPr>
        <p:spPr>
          <a:xfrm>
            <a:off x="8823997" y="5132677"/>
            <a:ext cx="0" cy="6015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14C12868-A4EC-CFEA-8A53-114C35E7BD78}"/>
                  </a:ext>
                </a:extLst>
              </p:cNvPr>
              <p:cNvSpPr txBox="1"/>
              <p:nvPr/>
            </p:nvSpPr>
            <p:spPr>
              <a:xfrm>
                <a:off x="9050993" y="5620076"/>
                <a:ext cx="63979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14C12868-A4EC-CFEA-8A53-114C35E7BD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0993" y="5620076"/>
                <a:ext cx="639791" cy="400110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03ADFD4-75B8-FE0F-BF28-F5B4D23A5AE4}"/>
                  </a:ext>
                </a:extLst>
              </p:cNvPr>
              <p:cNvSpPr txBox="1"/>
              <p:nvPr/>
            </p:nvSpPr>
            <p:spPr>
              <a:xfrm>
                <a:off x="8260721" y="5163839"/>
                <a:ext cx="68416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03ADFD4-75B8-FE0F-BF28-F5B4D23A5A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0721" y="5163839"/>
                <a:ext cx="684162" cy="400110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Rectangle 72">
            <a:extLst>
              <a:ext uri="{FF2B5EF4-FFF2-40B4-BE49-F238E27FC236}">
                <a16:creationId xmlns:a16="http://schemas.microsoft.com/office/drawing/2014/main" id="{D91AE194-5DEF-A8B1-CEF7-87B2A5264311}"/>
              </a:ext>
            </a:extLst>
          </p:cNvPr>
          <p:cNvSpPr/>
          <p:nvPr/>
        </p:nvSpPr>
        <p:spPr>
          <a:xfrm>
            <a:off x="4972050" y="2099000"/>
            <a:ext cx="1780366" cy="2004998"/>
          </a:xfrm>
          <a:prstGeom prst="rect">
            <a:avLst/>
          </a:prstGeom>
          <a:noFill/>
          <a:ln w="317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50CA5E39-B7B5-2AA5-FB81-6A3B2550495F}"/>
              </a:ext>
            </a:extLst>
          </p:cNvPr>
          <p:cNvCxnSpPr>
            <a:cxnSpLocks/>
          </p:cNvCxnSpPr>
          <p:nvPr/>
        </p:nvCxnSpPr>
        <p:spPr>
          <a:xfrm>
            <a:off x="6830260" y="4125100"/>
            <a:ext cx="1067870" cy="747038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D11E6CA-4F46-3F84-818C-02A64745552D}"/>
              </a:ext>
            </a:extLst>
          </p:cNvPr>
          <p:cNvCxnSpPr>
            <a:cxnSpLocks/>
          </p:cNvCxnSpPr>
          <p:nvPr/>
        </p:nvCxnSpPr>
        <p:spPr>
          <a:xfrm>
            <a:off x="6160849" y="2911882"/>
            <a:ext cx="2925762" cy="130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7763C115-F4AF-EC08-D7A2-189449DDA07C}"/>
              </a:ext>
            </a:extLst>
          </p:cNvPr>
          <p:cNvCxnSpPr>
            <a:cxnSpLocks/>
          </p:cNvCxnSpPr>
          <p:nvPr/>
        </p:nvCxnSpPr>
        <p:spPr>
          <a:xfrm>
            <a:off x="5682375" y="2646798"/>
            <a:ext cx="495991" cy="26954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3EE2C48-1364-CA41-94F9-DDF786F963D0}"/>
                  </a:ext>
                </a:extLst>
              </p:cNvPr>
              <p:cNvSpPr txBox="1"/>
              <p:nvPr/>
            </p:nvSpPr>
            <p:spPr>
              <a:xfrm>
                <a:off x="5935631" y="2430946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3EE2C48-1364-CA41-94F9-DDF786F963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5631" y="2430946"/>
                <a:ext cx="719171" cy="400110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85624E51-C6B3-A19D-470F-18B05C0E60ED}"/>
              </a:ext>
            </a:extLst>
          </p:cNvPr>
          <p:cNvCxnSpPr>
            <a:cxnSpLocks/>
          </p:cNvCxnSpPr>
          <p:nvPr/>
        </p:nvCxnSpPr>
        <p:spPr>
          <a:xfrm>
            <a:off x="6125231" y="3422483"/>
            <a:ext cx="2279629" cy="1316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940408BC-8B4E-B7BA-09FF-F05054BD319A}"/>
              </a:ext>
            </a:extLst>
          </p:cNvPr>
          <p:cNvCxnSpPr>
            <a:cxnSpLocks/>
          </p:cNvCxnSpPr>
          <p:nvPr/>
        </p:nvCxnSpPr>
        <p:spPr>
          <a:xfrm>
            <a:off x="5646757" y="3157399"/>
            <a:ext cx="495991" cy="26954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5105571E-D423-51D6-9834-69C088C4B7E1}"/>
                  </a:ext>
                </a:extLst>
              </p:cNvPr>
              <p:cNvSpPr txBox="1"/>
              <p:nvPr/>
            </p:nvSpPr>
            <p:spPr>
              <a:xfrm>
                <a:off x="6032951" y="3425345"/>
                <a:ext cx="71468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5105571E-D423-51D6-9834-69C088C4B7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2951" y="3425345"/>
                <a:ext cx="714683" cy="400110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C170A836-5860-103F-58A6-863D9A598F68}"/>
              </a:ext>
            </a:extLst>
          </p:cNvPr>
          <p:cNvCxnSpPr>
            <a:cxnSpLocks/>
          </p:cNvCxnSpPr>
          <p:nvPr/>
        </p:nvCxnSpPr>
        <p:spPr>
          <a:xfrm>
            <a:off x="10374144" y="3034057"/>
            <a:ext cx="0" cy="1959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72154ABC-67F1-5E52-A134-4BCC70CD63E9}"/>
                  </a:ext>
                </a:extLst>
              </p:cNvPr>
              <p:cNvSpPr txBox="1"/>
              <p:nvPr/>
            </p:nvSpPr>
            <p:spPr>
              <a:xfrm>
                <a:off x="10762395" y="2393901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72154ABC-67F1-5E52-A134-4BCC70CD63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62395" y="2393901"/>
                <a:ext cx="719171" cy="400110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F98447C8-D35D-1369-C43E-D383FBC4CA2C}"/>
              </a:ext>
            </a:extLst>
          </p:cNvPr>
          <p:cNvCxnSpPr>
            <a:cxnSpLocks/>
          </p:cNvCxnSpPr>
          <p:nvPr/>
        </p:nvCxnSpPr>
        <p:spPr>
          <a:xfrm flipH="1">
            <a:off x="10434877" y="2805485"/>
            <a:ext cx="346980" cy="24061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0FCD48F5-C883-5BB6-F2D3-D07DBBD434A6}"/>
                  </a:ext>
                </a:extLst>
              </p:cNvPr>
              <p:cNvSpPr txBox="1"/>
              <p:nvPr/>
            </p:nvSpPr>
            <p:spPr>
              <a:xfrm>
                <a:off x="10761278" y="3252646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0FCD48F5-C883-5BB6-F2D3-D07DBBD434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61278" y="3252646"/>
                <a:ext cx="709553" cy="400110"/>
              </a:xfrm>
              <a:prstGeom prst="rect">
                <a:avLst/>
              </a:prstGeom>
              <a:blipFill>
                <a:blip r:embed="rId37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CA54062-948D-0526-9B60-4959C1B5FA16}"/>
              </a:ext>
            </a:extLst>
          </p:cNvPr>
          <p:cNvCxnSpPr>
            <a:cxnSpLocks/>
            <a:stCxn id="111" idx="1"/>
          </p:cNvCxnSpPr>
          <p:nvPr/>
        </p:nvCxnSpPr>
        <p:spPr>
          <a:xfrm flipH="1" flipV="1">
            <a:off x="10426296" y="3271081"/>
            <a:ext cx="334982" cy="18162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43618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41C76-907E-5FE6-1F7D-018703CB0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A3CBD07-36F5-B770-CADA-6C01EC0E029E}"/>
              </a:ext>
            </a:extLst>
          </p:cNvPr>
          <p:cNvSpPr/>
          <p:nvPr/>
        </p:nvSpPr>
        <p:spPr>
          <a:xfrm>
            <a:off x="727862" y="1297832"/>
            <a:ext cx="11105831" cy="45708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6E0E32-5A3D-3D8E-8162-5E8211151C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815DB69B-0A2B-4D0B-A3BD-360AAA24381D}" type="slidenum">
              <a:rPr lang="de-DE" smtClean="0"/>
              <a:pPr/>
              <a:t>16</a:t>
            </a:fld>
            <a:endParaRPr lang="de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C8EE85A-C427-D4E3-47EB-ADB9515F6572}"/>
              </a:ext>
            </a:extLst>
          </p:cNvPr>
          <p:cNvSpPr/>
          <p:nvPr/>
        </p:nvSpPr>
        <p:spPr>
          <a:xfrm>
            <a:off x="9916511" y="-61553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B50DCE54-8FC8-BAA3-4162-90CD55B1CA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16510" y="11231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1.0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4E248A0-F8DD-14AF-966C-95B875DA29DC}"/>
              </a:ext>
            </a:extLst>
          </p:cNvPr>
          <p:cNvCxnSpPr>
            <a:cxnSpLocks/>
          </p:cNvCxnSpPr>
          <p:nvPr/>
        </p:nvCxnSpPr>
        <p:spPr>
          <a:xfrm flipV="1">
            <a:off x="1745442" y="4589880"/>
            <a:ext cx="0" cy="435458"/>
          </a:xfrm>
          <a:prstGeom prst="line">
            <a:avLst/>
          </a:prstGeom>
          <a:ln w="158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AF6EECC-6E2D-2BA5-56C2-4E7EBDF4E49F}"/>
                  </a:ext>
                </a:extLst>
              </p:cNvPr>
              <p:cNvSpPr txBox="1"/>
              <p:nvPr/>
            </p:nvSpPr>
            <p:spPr>
              <a:xfrm rot="5400000">
                <a:off x="3025641" y="3225807"/>
                <a:ext cx="73758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D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AF6EECC-6E2D-2BA5-56C2-4E7EBDF4E4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3025641" y="3225807"/>
                <a:ext cx="737586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ylinder 10">
            <a:extLst>
              <a:ext uri="{FF2B5EF4-FFF2-40B4-BE49-F238E27FC236}">
                <a16:creationId xmlns:a16="http://schemas.microsoft.com/office/drawing/2014/main" id="{E0703A02-3F26-1A42-C6B3-7B3D41F0E150}"/>
              </a:ext>
            </a:extLst>
          </p:cNvPr>
          <p:cNvSpPr/>
          <p:nvPr/>
        </p:nvSpPr>
        <p:spPr>
          <a:xfrm rot="16200000">
            <a:off x="5335906" y="975501"/>
            <a:ext cx="459373" cy="7640300"/>
          </a:xfrm>
          <a:prstGeom prst="can">
            <a:avLst/>
          </a:prstGeom>
          <a:blipFill>
            <a:blip r:embed="rId4"/>
            <a:tile tx="0" ty="0" sx="100000" sy="100000" flip="none" algn="tl"/>
          </a:blip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12" name="Cylinder 11">
            <a:extLst>
              <a:ext uri="{FF2B5EF4-FFF2-40B4-BE49-F238E27FC236}">
                <a16:creationId xmlns:a16="http://schemas.microsoft.com/office/drawing/2014/main" id="{1E4E377E-A611-0871-24DB-D595B1658977}"/>
              </a:ext>
            </a:extLst>
          </p:cNvPr>
          <p:cNvSpPr/>
          <p:nvPr/>
        </p:nvSpPr>
        <p:spPr>
          <a:xfrm rot="13800000">
            <a:off x="3514358" y="1156232"/>
            <a:ext cx="472508" cy="4513395"/>
          </a:xfrm>
          <a:prstGeom prst="can">
            <a:avLst/>
          </a:prstGeom>
          <a:blipFill>
            <a:blip r:embed="rId4"/>
            <a:tile tx="0" ty="0" sx="100000" sy="100000" flip="none" algn="tl"/>
          </a:blip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DAD2F31-FCC5-2D4A-BC3B-5F8943F89CA8}"/>
              </a:ext>
            </a:extLst>
          </p:cNvPr>
          <p:cNvSpPr/>
          <p:nvPr/>
        </p:nvSpPr>
        <p:spPr>
          <a:xfrm rot="2040000">
            <a:off x="4770892" y="3158331"/>
            <a:ext cx="4911355" cy="483577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673CF75-11DE-BDF1-529C-9E6A324AB6B4}"/>
              </a:ext>
            </a:extLst>
          </p:cNvPr>
          <p:cNvSpPr/>
          <p:nvPr/>
        </p:nvSpPr>
        <p:spPr>
          <a:xfrm rot="2040000">
            <a:off x="5115853" y="1886149"/>
            <a:ext cx="315005" cy="483577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25" name="Cylinder 24">
            <a:extLst>
              <a:ext uri="{FF2B5EF4-FFF2-40B4-BE49-F238E27FC236}">
                <a16:creationId xmlns:a16="http://schemas.microsoft.com/office/drawing/2014/main" id="{E72DA8FF-067B-B6F0-50C2-06E5E37A437B}"/>
              </a:ext>
            </a:extLst>
          </p:cNvPr>
          <p:cNvSpPr/>
          <p:nvPr/>
        </p:nvSpPr>
        <p:spPr>
          <a:xfrm rot="14100000">
            <a:off x="4073504" y="2539323"/>
            <a:ext cx="472508" cy="2901469"/>
          </a:xfrm>
          <a:prstGeom prst="can">
            <a:avLst/>
          </a:prstGeom>
          <a:blipFill>
            <a:blip r:embed="rId4"/>
            <a:tile tx="0" ty="0" sx="100000" sy="100000" flip="none" algn="tl"/>
          </a:blip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7031772-3C21-D071-FCBB-1FC036DD00E1}"/>
              </a:ext>
            </a:extLst>
          </p:cNvPr>
          <p:cNvSpPr/>
          <p:nvPr/>
        </p:nvSpPr>
        <p:spPr>
          <a:xfrm rot="1951731">
            <a:off x="4963796" y="3757654"/>
            <a:ext cx="2992554" cy="483577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D2DE749-B19A-0448-90FB-1CAD0528FBC0}"/>
              </a:ext>
            </a:extLst>
          </p:cNvPr>
          <p:cNvSpPr/>
          <p:nvPr/>
        </p:nvSpPr>
        <p:spPr>
          <a:xfrm rot="3280410">
            <a:off x="5064697" y="3169726"/>
            <a:ext cx="356529" cy="402983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27DD810-064E-0A82-47AA-2B2BABC2E16D}"/>
              </a:ext>
            </a:extLst>
          </p:cNvPr>
          <p:cNvSpPr/>
          <p:nvPr/>
        </p:nvSpPr>
        <p:spPr>
          <a:xfrm rot="1951731">
            <a:off x="5081252" y="3279956"/>
            <a:ext cx="744638" cy="274153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4F668C17-E5F0-8965-8053-0E7BD4B756FF}"/>
              </a:ext>
            </a:extLst>
          </p:cNvPr>
          <p:cNvSpPr/>
          <p:nvPr/>
        </p:nvSpPr>
        <p:spPr>
          <a:xfrm>
            <a:off x="4757724" y="3022399"/>
            <a:ext cx="1128350" cy="385041"/>
          </a:xfrm>
          <a:prstGeom prst="triangle">
            <a:avLst>
              <a:gd name="adj" fmla="val 50000"/>
            </a:avLst>
          </a:prstGeom>
          <a:blipFill>
            <a:blip r:embed="rId4"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3BE7302-EB72-12AD-7C3B-B8EC2BBEB5AB}"/>
              </a:ext>
            </a:extLst>
          </p:cNvPr>
          <p:cNvSpPr/>
          <p:nvPr/>
        </p:nvSpPr>
        <p:spPr>
          <a:xfrm>
            <a:off x="1570624" y="4453993"/>
            <a:ext cx="433384" cy="70723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9" name="Cylinder 38">
            <a:extLst>
              <a:ext uri="{FF2B5EF4-FFF2-40B4-BE49-F238E27FC236}">
                <a16:creationId xmlns:a16="http://schemas.microsoft.com/office/drawing/2014/main" id="{ABA91297-AAB2-4F05-3B89-AA4C01FE63AC}"/>
              </a:ext>
            </a:extLst>
          </p:cNvPr>
          <p:cNvSpPr/>
          <p:nvPr/>
        </p:nvSpPr>
        <p:spPr>
          <a:xfrm rot="16200000">
            <a:off x="1700695" y="4196616"/>
            <a:ext cx="114843" cy="1175337"/>
          </a:xfrm>
          <a:prstGeom prst="can">
            <a:avLst/>
          </a:prstGeom>
          <a:blipFill>
            <a:blip r:embed="rId4"/>
            <a:tile tx="0" ty="0" sx="100000" sy="100000" flip="none" algn="tl"/>
          </a:blipFill>
          <a:ln w="1270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B0FB46F-92AA-57EB-978C-0694E95465C5}"/>
              </a:ext>
            </a:extLst>
          </p:cNvPr>
          <p:cNvSpPr/>
          <p:nvPr/>
        </p:nvSpPr>
        <p:spPr>
          <a:xfrm>
            <a:off x="1999301" y="4578738"/>
            <a:ext cx="9162192" cy="436404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E11101B-64E7-D14A-0870-47B3146C6937}"/>
              </a:ext>
            </a:extLst>
          </p:cNvPr>
          <p:cNvCxnSpPr>
            <a:cxnSpLocks/>
          </p:cNvCxnSpPr>
          <p:nvPr/>
        </p:nvCxnSpPr>
        <p:spPr>
          <a:xfrm>
            <a:off x="8997791" y="5024997"/>
            <a:ext cx="3939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2664432C-C33D-142C-0022-5BF2DCD717C0}"/>
              </a:ext>
            </a:extLst>
          </p:cNvPr>
          <p:cNvCxnSpPr>
            <a:cxnSpLocks/>
          </p:cNvCxnSpPr>
          <p:nvPr/>
        </p:nvCxnSpPr>
        <p:spPr>
          <a:xfrm flipH="1" flipV="1">
            <a:off x="1999301" y="4568883"/>
            <a:ext cx="0" cy="1554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1AF62128-872B-FF63-26C5-4D4E10CE0343}"/>
              </a:ext>
            </a:extLst>
          </p:cNvPr>
          <p:cNvCxnSpPr>
            <a:cxnSpLocks/>
          </p:cNvCxnSpPr>
          <p:nvPr/>
        </p:nvCxnSpPr>
        <p:spPr>
          <a:xfrm flipH="1" flipV="1">
            <a:off x="1999301" y="4841706"/>
            <a:ext cx="0" cy="1737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08CA6FE-4523-F45E-32D2-A60770A233DE}"/>
                  </a:ext>
                </a:extLst>
              </p:cNvPr>
              <p:cNvSpPr txBox="1"/>
              <p:nvPr/>
            </p:nvSpPr>
            <p:spPr>
              <a:xfrm>
                <a:off x="740686" y="5113537"/>
                <a:ext cx="76687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08CA6FE-4523-F45E-32D2-A60770A233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686" y="5113537"/>
                <a:ext cx="766877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83E30CFB-BE7D-75F0-6E3F-A350AE398D32}"/>
                  </a:ext>
                </a:extLst>
              </p:cNvPr>
              <p:cNvSpPr txBox="1"/>
              <p:nvPr/>
            </p:nvSpPr>
            <p:spPr>
              <a:xfrm>
                <a:off x="727862" y="3967090"/>
                <a:ext cx="77970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83E30CFB-BE7D-75F0-6E3F-A350AE398D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862" y="3967090"/>
                <a:ext cx="779701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A4B5E3B2-5407-05EC-8B02-3C7FE1691C70}"/>
              </a:ext>
            </a:extLst>
          </p:cNvPr>
          <p:cNvCxnSpPr>
            <a:cxnSpLocks/>
          </p:cNvCxnSpPr>
          <p:nvPr/>
        </p:nvCxnSpPr>
        <p:spPr>
          <a:xfrm>
            <a:off x="1425763" y="4444976"/>
            <a:ext cx="549722" cy="2498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534815F6-0F11-9EB7-1D72-D875F552F78A}"/>
              </a:ext>
            </a:extLst>
          </p:cNvPr>
          <p:cNvCxnSpPr>
            <a:cxnSpLocks/>
          </p:cNvCxnSpPr>
          <p:nvPr/>
        </p:nvCxnSpPr>
        <p:spPr>
          <a:xfrm flipV="1">
            <a:off x="1311718" y="4878132"/>
            <a:ext cx="647657" cy="4137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1F74F4DC-CFBD-85E5-39F5-66080D7782FF}"/>
                  </a:ext>
                </a:extLst>
              </p:cNvPr>
              <p:cNvSpPr txBox="1"/>
              <p:nvPr/>
            </p:nvSpPr>
            <p:spPr>
              <a:xfrm>
                <a:off x="1552643" y="3421663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1F74F4DC-CFBD-85E5-39F5-66080D7782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2643" y="3421663"/>
                <a:ext cx="931986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5A1BA37A-0E20-E1A8-CB88-6BFD5972ED4E}"/>
                  </a:ext>
                </a:extLst>
              </p:cNvPr>
              <p:cNvSpPr txBox="1"/>
              <p:nvPr/>
            </p:nvSpPr>
            <p:spPr>
              <a:xfrm>
                <a:off x="4990334" y="1247846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5A1BA37A-0E20-E1A8-CB88-6BFD5972ED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0334" y="1247846"/>
                <a:ext cx="931986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3D03DF3-EF4C-EEB9-DE44-87715603EE0F}"/>
                  </a:ext>
                </a:extLst>
              </p:cNvPr>
              <p:cNvSpPr txBox="1"/>
              <p:nvPr/>
            </p:nvSpPr>
            <p:spPr>
              <a:xfrm>
                <a:off x="9284864" y="4051857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3D03DF3-EF4C-EEB9-DE44-87715603EE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84864" y="4051857"/>
                <a:ext cx="931986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8BDAD260-EBE0-AE2A-49BA-5B743056BB3F}"/>
              </a:ext>
            </a:extLst>
          </p:cNvPr>
          <p:cNvCxnSpPr>
            <a:cxnSpLocks/>
            <a:stCxn id="72" idx="2"/>
          </p:cNvCxnSpPr>
          <p:nvPr/>
        </p:nvCxnSpPr>
        <p:spPr>
          <a:xfrm flipH="1">
            <a:off x="1999301" y="3944883"/>
            <a:ext cx="19335" cy="5875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DADEC1D2-03B8-40D8-41B5-0D651B842CB6}"/>
                  </a:ext>
                </a:extLst>
              </p:cNvPr>
              <p:cNvSpPr txBox="1"/>
              <p:nvPr/>
            </p:nvSpPr>
            <p:spPr>
              <a:xfrm>
                <a:off x="1900085" y="5345499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DADEC1D2-03B8-40D8-41B5-0D651B842C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0085" y="5345499"/>
                <a:ext cx="919162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175DCB38-57D3-69CA-3AF3-B596A6BF15E4}"/>
                  </a:ext>
                </a:extLst>
              </p:cNvPr>
              <p:cNvSpPr txBox="1"/>
              <p:nvPr/>
            </p:nvSpPr>
            <p:spPr>
              <a:xfrm>
                <a:off x="9339190" y="4981826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175DCB38-57D3-69CA-3AF3-B596A6BF15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9190" y="4981826"/>
                <a:ext cx="919162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CDC98032-7CDC-C6B0-25D7-D7830B96AB64}"/>
                  </a:ext>
                </a:extLst>
              </p:cNvPr>
              <p:cNvSpPr txBox="1"/>
              <p:nvPr/>
            </p:nvSpPr>
            <p:spPr>
              <a:xfrm>
                <a:off x="2196583" y="4435270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CDC98032-7CDC-C6B0-25D7-D7830B96AB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6583" y="4435270"/>
                <a:ext cx="919162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B4753EF1-CB5B-9E9B-AF78-A3225ED600C9}"/>
                  </a:ext>
                </a:extLst>
              </p:cNvPr>
              <p:cNvSpPr txBox="1"/>
              <p:nvPr/>
            </p:nvSpPr>
            <p:spPr>
              <a:xfrm>
                <a:off x="2979296" y="444651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B4753EF1-CB5B-9E9B-AF78-A3225ED600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9296" y="4446511"/>
                <a:ext cx="931986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FD85B186-35B4-FD5D-4DDD-04087F587AF6}"/>
                  </a:ext>
                </a:extLst>
              </p:cNvPr>
              <p:cNvSpPr txBox="1"/>
              <p:nvPr/>
            </p:nvSpPr>
            <p:spPr>
              <a:xfrm>
                <a:off x="3734207" y="4476233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FD85B186-35B4-FD5D-4DDD-04087F587A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4207" y="4476233"/>
                <a:ext cx="919162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2D50EF7F-A3E9-B0BB-F93E-3F80DAFB4732}"/>
                  </a:ext>
                </a:extLst>
              </p:cNvPr>
              <p:cNvSpPr txBox="1"/>
              <p:nvPr/>
            </p:nvSpPr>
            <p:spPr>
              <a:xfrm>
                <a:off x="6667935" y="4499355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2D50EF7F-A3E9-B0BB-F93E-3F80DAFB47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7935" y="4499355"/>
                <a:ext cx="919162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367B3ADB-7309-D2BC-9FB8-E8DB086E40A8}"/>
                  </a:ext>
                </a:extLst>
              </p:cNvPr>
              <p:cNvSpPr txBox="1"/>
              <p:nvPr/>
            </p:nvSpPr>
            <p:spPr>
              <a:xfrm>
                <a:off x="7505883" y="4490310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367B3ADB-7309-D2BC-9FB8-E8DB086E40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5883" y="4490310"/>
                <a:ext cx="931986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F884ED3A-C8F8-81F6-784D-218F8BBDDDDD}"/>
                  </a:ext>
                </a:extLst>
              </p:cNvPr>
              <p:cNvSpPr txBox="1"/>
              <p:nvPr/>
            </p:nvSpPr>
            <p:spPr>
              <a:xfrm>
                <a:off x="8379085" y="4520161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F884ED3A-C8F8-81F6-784D-218F8BBDDD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9085" y="4520161"/>
                <a:ext cx="919162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DE87B253-A389-729F-2A9C-3A892A65DEC7}"/>
                  </a:ext>
                </a:extLst>
              </p:cNvPr>
              <p:cNvSpPr txBox="1"/>
              <p:nvPr/>
            </p:nvSpPr>
            <p:spPr>
              <a:xfrm>
                <a:off x="5016015" y="2020426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DE87B253-A389-729F-2A9C-3A892A65DE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6015" y="2020426"/>
                <a:ext cx="919162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5" name="Group 94">
            <a:extLst>
              <a:ext uri="{FF2B5EF4-FFF2-40B4-BE49-F238E27FC236}">
                <a16:creationId xmlns:a16="http://schemas.microsoft.com/office/drawing/2014/main" id="{754BAAAC-3D43-3076-E670-E43C37CFE7C4}"/>
              </a:ext>
            </a:extLst>
          </p:cNvPr>
          <p:cNvGrpSpPr/>
          <p:nvPr/>
        </p:nvGrpSpPr>
        <p:grpSpPr>
          <a:xfrm rot="19194507">
            <a:off x="3069833" y="3148615"/>
            <a:ext cx="1340716" cy="523220"/>
            <a:chOff x="6370907" y="782849"/>
            <a:chExt cx="1340716" cy="523220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52D7BDED-13B6-E03F-1D85-5BC63A70F0D1}"/>
                </a:ext>
              </a:extLst>
            </p:cNvPr>
            <p:cNvSpPr/>
            <p:nvPr/>
          </p:nvSpPr>
          <p:spPr>
            <a:xfrm>
              <a:off x="7038647" y="94159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AA88AD20-A71D-E5BB-8FEA-6914D4D2D8E4}"/>
                    </a:ext>
                  </a:extLst>
                </p:cNvPr>
                <p:cNvSpPr txBox="1"/>
                <p:nvPr/>
              </p:nvSpPr>
              <p:spPr>
                <a:xfrm>
                  <a:off x="6370907" y="782849"/>
                  <a:ext cx="1340716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AA88AD20-A71D-E5BB-8FEA-6914D4D2D8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70907" y="782849"/>
                  <a:ext cx="1340716" cy="523220"/>
                </a:xfrm>
                <a:prstGeom prst="rect">
                  <a:avLst/>
                </a:prstGeom>
                <a:blipFill>
                  <a:blip r:embed="rId19"/>
                  <a:stretch>
                    <a:fillRect l="-3556" b="-1052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981C7F25-B2E8-0048-E369-173920BAC300}"/>
              </a:ext>
            </a:extLst>
          </p:cNvPr>
          <p:cNvGrpSpPr/>
          <p:nvPr/>
        </p:nvGrpSpPr>
        <p:grpSpPr>
          <a:xfrm>
            <a:off x="4679441" y="4639897"/>
            <a:ext cx="1519988" cy="954107"/>
            <a:chOff x="5372824" y="4250468"/>
            <a:chExt cx="734184" cy="954107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EB312D96-B225-B412-D7C8-04A08667BC28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CE94139B-EF7B-58F2-A1D3-D95D9671BF82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95410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CE94139B-EF7B-58F2-A1D3-D95D9671BF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954107"/>
                </a:xfrm>
                <a:prstGeom prst="rect">
                  <a:avLst/>
                </a:prstGeom>
                <a:blipFill>
                  <a:blip r:embed="rId20"/>
                  <a:stretch>
                    <a:fillRect t="-636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0723B183-4398-ECA8-0E0A-138957928873}"/>
              </a:ext>
            </a:extLst>
          </p:cNvPr>
          <p:cNvGrpSpPr/>
          <p:nvPr/>
        </p:nvGrpSpPr>
        <p:grpSpPr>
          <a:xfrm rot="19614639">
            <a:off x="3453988" y="3808312"/>
            <a:ext cx="1411772" cy="523220"/>
            <a:chOff x="4692464" y="4162390"/>
            <a:chExt cx="1411772" cy="523220"/>
          </a:xfrm>
        </p:grpSpPr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B96B2C68-A09E-A66C-B897-A67C87266902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4643A427-352B-5F1A-891E-26259F1FD995}"/>
                    </a:ext>
                  </a:extLst>
                </p:cNvPr>
                <p:cNvSpPr txBox="1"/>
                <p:nvPr/>
              </p:nvSpPr>
              <p:spPr>
                <a:xfrm>
                  <a:off x="4692464" y="4162390"/>
                  <a:ext cx="1411772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4643A427-352B-5F1A-891E-26259F1FD9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92464" y="4162390"/>
                  <a:ext cx="1411772" cy="523220"/>
                </a:xfrm>
                <a:prstGeom prst="rect">
                  <a:avLst/>
                </a:prstGeom>
                <a:blipFill>
                  <a:blip r:embed="rId21"/>
                  <a:stretch>
                    <a:fillRect l="-826" b="-105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08FDB0CF-5445-1D8A-C2C5-D2490B02F570}"/>
                  </a:ext>
                </a:extLst>
              </p:cNvPr>
              <p:cNvSpPr txBox="1"/>
              <p:nvPr/>
            </p:nvSpPr>
            <p:spPr>
              <a:xfrm>
                <a:off x="4971336" y="2508913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08FDB0CF-5445-1D8A-C2C5-D2490B02F5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71336" y="2508913"/>
                <a:ext cx="931986" cy="52322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0A6F371D-46BE-EEDD-8A64-ECA71083F9B3}"/>
                  </a:ext>
                </a:extLst>
              </p:cNvPr>
              <p:cNvSpPr txBox="1"/>
              <p:nvPr/>
            </p:nvSpPr>
            <p:spPr>
              <a:xfrm>
                <a:off x="4950143" y="3624246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0A6F371D-46BE-EEDD-8A64-ECA71083F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0143" y="3624246"/>
                <a:ext cx="919162" cy="52322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773EDEDC-E8B7-AA28-C5D2-F206592A335D}"/>
              </a:ext>
            </a:extLst>
          </p:cNvPr>
          <p:cNvCxnSpPr/>
          <p:nvPr/>
        </p:nvCxnSpPr>
        <p:spPr>
          <a:xfrm>
            <a:off x="9384155" y="4568889"/>
            <a:ext cx="178771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399AC76-2AAC-D7C6-8A47-CA42960ACF33}"/>
              </a:ext>
            </a:extLst>
          </p:cNvPr>
          <p:cNvCxnSpPr/>
          <p:nvPr/>
        </p:nvCxnSpPr>
        <p:spPr>
          <a:xfrm>
            <a:off x="9373779" y="5024865"/>
            <a:ext cx="178771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54C9AB73-3BD3-DBA0-ACBC-33ADCDD3976B}"/>
                  </a:ext>
                </a:extLst>
              </p:cNvPr>
              <p:cNvSpPr txBox="1"/>
              <p:nvPr/>
            </p:nvSpPr>
            <p:spPr>
              <a:xfrm>
                <a:off x="10901707" y="410690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54C9AB73-3BD3-DBA0-ACBC-33ADCDD397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01707" y="4106901"/>
                <a:ext cx="931986" cy="523220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7FA8AC36-97BB-BF83-FC87-927299D1866B}"/>
                  </a:ext>
                </a:extLst>
              </p:cNvPr>
              <p:cNvSpPr txBox="1"/>
              <p:nvPr/>
            </p:nvSpPr>
            <p:spPr>
              <a:xfrm>
                <a:off x="11060508" y="509204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7FA8AC36-97BB-BF83-FC87-927299D186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60508" y="5092044"/>
                <a:ext cx="919162" cy="52322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CF514DE-74C1-5305-80B2-2936AD0684A5}"/>
              </a:ext>
            </a:extLst>
          </p:cNvPr>
          <p:cNvCxnSpPr>
            <a:cxnSpLocks/>
          </p:cNvCxnSpPr>
          <p:nvPr/>
        </p:nvCxnSpPr>
        <p:spPr>
          <a:xfrm flipH="1" flipV="1">
            <a:off x="2022436" y="5100992"/>
            <a:ext cx="314333" cy="2713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7738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4">
            <a:extLst>
              <a:ext uri="{FF2B5EF4-FFF2-40B4-BE49-F238E27FC236}">
                <a16:creationId xmlns:a16="http://schemas.microsoft.com/office/drawing/2014/main" id="{9A277CA4-A7F0-41D4-7232-F18931C4B6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7973" y="1898650"/>
            <a:ext cx="4991100" cy="306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5083460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388</Words>
  <Application>Microsoft Office PowerPoint</Application>
  <PresentationFormat>Widescreen</PresentationFormat>
  <Paragraphs>300</Paragraphs>
  <Slides>17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Aptos Display</vt:lpstr>
      <vt:lpstr>Arial</vt:lpstr>
      <vt:lpstr>Cambria Math</vt:lpstr>
      <vt:lpstr>Office Theme</vt:lpstr>
      <vt:lpstr>Design 1.2</vt:lpstr>
      <vt:lpstr>PowerPoint Presentation</vt:lpstr>
      <vt:lpstr>Design 1.2</vt:lpstr>
      <vt:lpstr>PowerPoint Presentation</vt:lpstr>
      <vt:lpstr>Design 1.3</vt:lpstr>
      <vt:lpstr>Design 1</vt:lpstr>
      <vt:lpstr>Design 1</vt:lpstr>
      <vt:lpstr>Design 2.1</vt:lpstr>
      <vt:lpstr>Design 2.1</vt:lpstr>
      <vt:lpstr>Design 2.1</vt:lpstr>
      <vt:lpstr>Design 2.1</vt:lpstr>
      <vt:lpstr>Design 2.1</vt:lpstr>
      <vt:lpstr>Design 3</vt:lpstr>
      <vt:lpstr>Design 3</vt:lpstr>
      <vt:lpstr>Design X</vt:lpstr>
      <vt:lpstr>Design 1.0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TU-Pseudonym 7504255944999905</dc:creator>
  <cp:lastModifiedBy>TU-Pseudonym 7504255944999905</cp:lastModifiedBy>
  <cp:revision>24</cp:revision>
  <dcterms:created xsi:type="dcterms:W3CDTF">2025-09-05T19:33:33Z</dcterms:created>
  <dcterms:modified xsi:type="dcterms:W3CDTF">2025-12-25T08:22:17Z</dcterms:modified>
</cp:coreProperties>
</file>