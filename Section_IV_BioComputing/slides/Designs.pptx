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1888" r:id="rId2"/>
    <p:sldId id="1891" r:id="rId3"/>
    <p:sldId id="1887" r:id="rId4"/>
    <p:sldId id="1893" r:id="rId5"/>
    <p:sldId id="1892" r:id="rId6"/>
    <p:sldId id="1902" r:id="rId7"/>
    <p:sldId id="1903" r:id="rId8"/>
    <p:sldId id="1897" r:id="rId9"/>
    <p:sldId id="1896" r:id="rId10"/>
    <p:sldId id="1898" r:id="rId11"/>
    <p:sldId id="1899" r:id="rId12"/>
    <p:sldId id="1895" r:id="rId13"/>
    <p:sldId id="1900" r:id="rId14"/>
    <p:sldId id="1901" r:id="rId15"/>
    <p:sldId id="1904" r:id="rId16"/>
    <p:sldId id="1905" r:id="rId17"/>
    <p:sldId id="1906" r:id="rId18"/>
    <p:sldId id="1907" r:id="rId19"/>
    <p:sldId id="1908" r:id="rId20"/>
    <p:sldId id="1890" r:id="rId21"/>
    <p:sldId id="1876" r:id="rId22"/>
    <p:sldId id="1889" r:id="rId2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176" y="36"/>
      </p:cViewPr>
      <p:guideLst>
        <p:guide orient="horz" pos="180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7CBFC6-A9BB-4E5E-87F9-DC306CACD92F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655C4-D89A-420F-B573-F026D724E6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02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B949-5F42-C492-A23D-A3996E3F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3701B-2275-1B0F-8A15-AFE07B9AA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417E79-BF2A-6DF6-964F-3EC4A9FE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3872-144B-5D00-B513-0B091C44E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814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48799-BD40-2DFB-CB44-B2E2CA761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83062-EF13-75B4-D4EB-D74C41256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F85B-61DE-C809-E14B-F6D36F54A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3E247-3577-E15C-E051-DDF7DAF3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7352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040F9-FD6D-7AFA-806D-3D80868E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EE1C0-284E-3D53-CC90-3FEEA327D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C9A42-EADB-8345-5A8E-E763548FF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CCD0C-3B00-A559-0A71-4843EF997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67004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EBD93-7FF0-9B7E-9328-76DD9877D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18C9BA-0AAB-9135-D5B1-818843E41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FAFA5-EAC1-5E15-1522-05A777070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F285-D271-A1E6-2A57-65AE2BFB9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03494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3C87-E569-53FB-C253-83248B6C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DA7FA-B6F3-2B5C-9BEA-7AB80B2D6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F1D8A-FEE9-396F-5E8A-F4D661EF4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9076-A20F-1F0E-29CA-3D51BB26C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5881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B3967-8148-B979-94F7-AC6FFCE0D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9E8B8B-0E74-6554-5AD0-0AFFC7A33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14D0A-22D3-F6C6-5E25-4F417354F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E5E5-0A11-92DE-4830-E1E37BC6A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CE44-D2FF-26F2-2B93-69F0B5F1F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0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58A9-8B89-E1AC-7965-D9E390F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71B5C-55B9-8437-9AB5-6FBA1B16F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21159-1AC3-3FF4-AFEA-6A643B602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04D0E-65D0-31A7-87DE-2FC6F23F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EC808-6565-8C27-F85C-13278550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54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E3B97-ECAC-D699-E1F5-1E737224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C2B88-B4CE-57C6-9BC1-02BFFAEDB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96B8-7E2E-DF6E-B444-A2E58E72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F995C-DE58-DB15-D12E-8E12F1B7D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FC921-AEA6-7B09-B464-DF9CED940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125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9BD77-23B8-261B-A5C3-25BDBA747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EE50E-247B-6D42-4F4F-9F42A7337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16589-B3EA-C20E-64A5-9079C717B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56A03-FFCD-49BF-565A-9273FB1F9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72787-F49C-56C6-F515-3694A42A0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166EB6-5A0A-A849-A21A-26D23DA74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028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A60EC-8718-ED37-C0FA-C21B81C33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437696-E383-498C-4F46-D3A3F253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A8595F-0E8B-4166-19CF-030FE817B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D7A2E-41AB-901F-68DD-B4CF43CE2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56C81-AAAF-E059-DA75-8074EA7D5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21C44A-BC6A-ECF9-E2A8-5867088D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1ABB1B-E25C-29F0-1F7B-9D9DA37F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7F633B-3223-3EA8-031B-4270BCC5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2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261E-AF2B-703C-A02E-2786A055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641880-9107-2F01-5395-EAD538C8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CEBB49-9A91-F780-CF94-F33BD8D7E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8385C-1CF6-E80E-3416-C571E603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1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9B8E1-3B94-3BDC-FCFA-317621012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99C8F6-79BD-5694-93F8-2B5AD123E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7D3E8-0DE2-820C-9C98-5DE054A0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89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B2316-5070-C8FA-B007-583F983D3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B999E-BAFD-1B2C-1B5C-D61ADD1D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66951-11A6-E5AA-9CEC-D617DC403D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02095-E8FF-7CF7-2914-B49D3FBA8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04D3C-1AF6-281B-74B4-E4F9530E9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8F190-6016-C3ED-D82A-7F76EFF70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6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78FF-838A-73E8-3FB0-F9AB2393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0C0C2-B944-9E72-59B0-C8A8F8EF37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9E50F-7823-343D-58E2-0436D6435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CE8F6-C1B5-81E2-589D-B4C4855ED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F23C9-3C87-A77E-8344-2FCE341C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4DEA9-ECE2-BE8B-CE42-BA4935415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5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79582-0B92-4EA8-21DD-BBC758C17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068CD-1348-0898-F52F-83D47FD3F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7BD96-5329-9DBD-50B0-07D2E8CD6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63C8-0CEB-6027-4C4B-337AD590A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6BB70-F05E-4AC0-31AF-DD997C24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781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1F3A2-A555-B3C4-9D18-74A020628D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82B0E-608B-6B6C-5D91-694A23CA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C7503-DBA2-477F-1B3A-07524ACE9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79267-7F7D-52B1-D55D-4C7A32F42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4B021-8A89-8D93-155D-DD2A00241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516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529029" y="1268413"/>
            <a:ext cx="9721851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29029" y="6036150"/>
            <a:ext cx="9721851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3840" y="6373842"/>
            <a:ext cx="6168585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029" y="6373842"/>
            <a:ext cx="443436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BB47F-176C-5905-30F7-88CF88F49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C073-D0C4-6450-1DBE-10FA07F7A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4B69E-F82F-CCAE-348D-8760538AE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C6871-E98E-AC67-132A-5F9D882AA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02316-1E71-2A7A-B3CE-9AFED5FE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3FF91C-8EC0-4996-86BA-D5FED39CE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6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5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" Type="http://schemas.openxmlformats.org/officeDocument/2006/relationships/image" Target="../media/image78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4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2" Type="http://schemas.openxmlformats.org/officeDocument/2006/relationships/image" Target="../media/image103.png"/><Relationship Id="rId16" Type="http://schemas.openxmlformats.org/officeDocument/2006/relationships/image" Target="../media/image1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106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1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3.png"/><Relationship Id="rId2" Type="http://schemas.openxmlformats.org/officeDocument/2006/relationships/image" Target="../media/image118.png"/><Relationship Id="rId16" Type="http://schemas.openxmlformats.org/officeDocument/2006/relationships/image" Target="../media/image13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131.png"/><Relationship Id="rId10" Type="http://schemas.openxmlformats.org/officeDocument/2006/relationships/image" Target="../media/image126.png"/><Relationship Id="rId19" Type="http://schemas.openxmlformats.org/officeDocument/2006/relationships/image" Target="../media/image135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Relationship Id="rId14" Type="http://schemas.openxmlformats.org/officeDocument/2006/relationships/image" Target="../media/image1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18" Type="http://schemas.openxmlformats.org/officeDocument/2006/relationships/image" Target="../media/image152.png"/><Relationship Id="rId3" Type="http://schemas.openxmlformats.org/officeDocument/2006/relationships/image" Target="../media/image137.png"/><Relationship Id="rId21" Type="http://schemas.openxmlformats.org/officeDocument/2006/relationships/image" Target="../media/image155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17" Type="http://schemas.openxmlformats.org/officeDocument/2006/relationships/image" Target="../media/image151.png"/><Relationship Id="rId2" Type="http://schemas.openxmlformats.org/officeDocument/2006/relationships/image" Target="../media/image136.png"/><Relationship Id="rId16" Type="http://schemas.openxmlformats.org/officeDocument/2006/relationships/image" Target="../media/image150.png"/><Relationship Id="rId20" Type="http://schemas.openxmlformats.org/officeDocument/2006/relationships/image" Target="../media/image15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139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19" Type="http://schemas.openxmlformats.org/officeDocument/2006/relationships/image" Target="../media/image153.png"/><Relationship Id="rId4" Type="http://schemas.openxmlformats.org/officeDocument/2006/relationships/image" Target="../media/image138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Relationship Id="rId22" Type="http://schemas.openxmlformats.org/officeDocument/2006/relationships/image" Target="../media/image15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15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66.png"/><Relationship Id="rId3" Type="http://schemas.openxmlformats.org/officeDocument/2006/relationships/image" Target="../media/image79.png"/><Relationship Id="rId21" Type="http://schemas.openxmlformats.org/officeDocument/2006/relationships/image" Target="../media/image161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65.png"/><Relationship Id="rId2" Type="http://schemas.openxmlformats.org/officeDocument/2006/relationships/image" Target="../media/image159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0.png"/><Relationship Id="rId11" Type="http://schemas.openxmlformats.org/officeDocument/2006/relationships/image" Target="../media/image87.png"/><Relationship Id="rId24" Type="http://schemas.openxmlformats.org/officeDocument/2006/relationships/image" Target="../media/image164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23" Type="http://schemas.openxmlformats.org/officeDocument/2006/relationships/image" Target="../media/image163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Relationship Id="rId22" Type="http://schemas.openxmlformats.org/officeDocument/2006/relationships/image" Target="../media/image1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179.png"/><Relationship Id="rId18" Type="http://schemas.openxmlformats.org/officeDocument/2006/relationships/image" Target="../media/image184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17" Type="http://schemas.openxmlformats.org/officeDocument/2006/relationships/image" Target="../media/image183.png"/><Relationship Id="rId2" Type="http://schemas.openxmlformats.org/officeDocument/2006/relationships/image" Target="../media/image168.png"/><Relationship Id="rId16" Type="http://schemas.openxmlformats.org/officeDocument/2006/relationships/image" Target="../media/image18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5" Type="http://schemas.openxmlformats.org/officeDocument/2006/relationships/image" Target="../media/image171.png"/><Relationship Id="rId15" Type="http://schemas.openxmlformats.org/officeDocument/2006/relationships/image" Target="../media/image18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Relationship Id="rId14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1.png"/><Relationship Id="rId13" Type="http://schemas.openxmlformats.org/officeDocument/2006/relationships/image" Target="../media/image196.png"/><Relationship Id="rId18" Type="http://schemas.openxmlformats.org/officeDocument/2006/relationships/image" Target="../media/image201.png"/><Relationship Id="rId3" Type="http://schemas.openxmlformats.org/officeDocument/2006/relationships/image" Target="../media/image186.png"/><Relationship Id="rId7" Type="http://schemas.openxmlformats.org/officeDocument/2006/relationships/image" Target="../media/image190.png"/><Relationship Id="rId12" Type="http://schemas.openxmlformats.org/officeDocument/2006/relationships/image" Target="../media/image195.png"/><Relationship Id="rId17" Type="http://schemas.openxmlformats.org/officeDocument/2006/relationships/image" Target="../media/image200.png"/><Relationship Id="rId2" Type="http://schemas.openxmlformats.org/officeDocument/2006/relationships/image" Target="../media/image185.png"/><Relationship Id="rId16" Type="http://schemas.openxmlformats.org/officeDocument/2006/relationships/image" Target="../media/image199.png"/><Relationship Id="rId20" Type="http://schemas.openxmlformats.org/officeDocument/2006/relationships/image" Target="../media/image20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9.png"/><Relationship Id="rId11" Type="http://schemas.openxmlformats.org/officeDocument/2006/relationships/image" Target="../media/image194.png"/><Relationship Id="rId5" Type="http://schemas.openxmlformats.org/officeDocument/2006/relationships/image" Target="../media/image188.png"/><Relationship Id="rId15" Type="http://schemas.openxmlformats.org/officeDocument/2006/relationships/image" Target="../media/image198.png"/><Relationship Id="rId10" Type="http://schemas.openxmlformats.org/officeDocument/2006/relationships/image" Target="../media/image193.png"/><Relationship Id="rId19" Type="http://schemas.openxmlformats.org/officeDocument/2006/relationships/image" Target="../media/image202.png"/><Relationship Id="rId4" Type="http://schemas.openxmlformats.org/officeDocument/2006/relationships/image" Target="../media/image187.png"/><Relationship Id="rId9" Type="http://schemas.openxmlformats.org/officeDocument/2006/relationships/image" Target="../media/image192.png"/><Relationship Id="rId14" Type="http://schemas.openxmlformats.org/officeDocument/2006/relationships/image" Target="../media/image19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png"/><Relationship Id="rId13" Type="http://schemas.openxmlformats.org/officeDocument/2006/relationships/image" Target="../media/image216.png"/><Relationship Id="rId18" Type="http://schemas.openxmlformats.org/officeDocument/2006/relationships/image" Target="../media/image221.png"/><Relationship Id="rId3" Type="http://schemas.openxmlformats.org/officeDocument/2006/relationships/image" Target="../media/image205.png"/><Relationship Id="rId21" Type="http://schemas.openxmlformats.org/officeDocument/2006/relationships/image" Target="../media/image224.png"/><Relationship Id="rId7" Type="http://schemas.openxmlformats.org/officeDocument/2006/relationships/image" Target="../media/image209.png"/><Relationship Id="rId12" Type="http://schemas.openxmlformats.org/officeDocument/2006/relationships/image" Target="../media/image215.png"/><Relationship Id="rId17" Type="http://schemas.openxmlformats.org/officeDocument/2006/relationships/image" Target="../media/image220.png"/><Relationship Id="rId25" Type="http://schemas.openxmlformats.org/officeDocument/2006/relationships/image" Target="../media/image228.png"/><Relationship Id="rId2" Type="http://schemas.openxmlformats.org/officeDocument/2006/relationships/image" Target="../media/image204.png"/><Relationship Id="rId16" Type="http://schemas.openxmlformats.org/officeDocument/2006/relationships/image" Target="../media/image219.png"/><Relationship Id="rId20" Type="http://schemas.openxmlformats.org/officeDocument/2006/relationships/image" Target="../media/image22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8.png"/><Relationship Id="rId11" Type="http://schemas.openxmlformats.org/officeDocument/2006/relationships/image" Target="../media/image214.png"/><Relationship Id="rId24" Type="http://schemas.openxmlformats.org/officeDocument/2006/relationships/image" Target="../media/image227.png"/><Relationship Id="rId5" Type="http://schemas.openxmlformats.org/officeDocument/2006/relationships/image" Target="../media/image207.png"/><Relationship Id="rId15" Type="http://schemas.openxmlformats.org/officeDocument/2006/relationships/image" Target="../media/image218.png"/><Relationship Id="rId23" Type="http://schemas.openxmlformats.org/officeDocument/2006/relationships/image" Target="../media/image226.png"/><Relationship Id="rId10" Type="http://schemas.openxmlformats.org/officeDocument/2006/relationships/image" Target="../media/image213.png"/><Relationship Id="rId19" Type="http://schemas.openxmlformats.org/officeDocument/2006/relationships/image" Target="../media/image222.png"/><Relationship Id="rId4" Type="http://schemas.openxmlformats.org/officeDocument/2006/relationships/image" Target="../media/image206.png"/><Relationship Id="rId9" Type="http://schemas.openxmlformats.org/officeDocument/2006/relationships/image" Target="../media/image212.png"/><Relationship Id="rId14" Type="http://schemas.openxmlformats.org/officeDocument/2006/relationships/image" Target="../media/image217.png"/><Relationship Id="rId22" Type="http://schemas.openxmlformats.org/officeDocument/2006/relationships/image" Target="../media/image22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.png"/><Relationship Id="rId13" Type="http://schemas.openxmlformats.org/officeDocument/2006/relationships/image" Target="../media/image241.png"/><Relationship Id="rId18" Type="http://schemas.openxmlformats.org/officeDocument/2006/relationships/image" Target="../media/image246.png"/><Relationship Id="rId26" Type="http://schemas.openxmlformats.org/officeDocument/2006/relationships/image" Target="../media/image254.png"/><Relationship Id="rId3" Type="http://schemas.openxmlformats.org/officeDocument/2006/relationships/image" Target="../media/image230.png"/><Relationship Id="rId21" Type="http://schemas.openxmlformats.org/officeDocument/2006/relationships/image" Target="../media/image249.png"/><Relationship Id="rId7" Type="http://schemas.openxmlformats.org/officeDocument/2006/relationships/image" Target="../media/image235.png"/><Relationship Id="rId12" Type="http://schemas.openxmlformats.org/officeDocument/2006/relationships/image" Target="../media/image240.png"/><Relationship Id="rId17" Type="http://schemas.openxmlformats.org/officeDocument/2006/relationships/image" Target="../media/image245.png"/><Relationship Id="rId25" Type="http://schemas.openxmlformats.org/officeDocument/2006/relationships/image" Target="../media/image253.png"/><Relationship Id="rId2" Type="http://schemas.openxmlformats.org/officeDocument/2006/relationships/image" Target="../media/image229.png"/><Relationship Id="rId16" Type="http://schemas.openxmlformats.org/officeDocument/2006/relationships/image" Target="../media/image244.png"/><Relationship Id="rId20" Type="http://schemas.openxmlformats.org/officeDocument/2006/relationships/image" Target="../media/image248.png"/><Relationship Id="rId29" Type="http://schemas.openxmlformats.org/officeDocument/2006/relationships/image" Target="../media/image2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4.png"/><Relationship Id="rId11" Type="http://schemas.openxmlformats.org/officeDocument/2006/relationships/image" Target="../media/image239.png"/><Relationship Id="rId24" Type="http://schemas.openxmlformats.org/officeDocument/2006/relationships/image" Target="../media/image252.png"/><Relationship Id="rId32" Type="http://schemas.openxmlformats.org/officeDocument/2006/relationships/image" Target="../media/image260.png"/><Relationship Id="rId5" Type="http://schemas.openxmlformats.org/officeDocument/2006/relationships/image" Target="../media/image233.png"/><Relationship Id="rId15" Type="http://schemas.openxmlformats.org/officeDocument/2006/relationships/image" Target="../media/image243.png"/><Relationship Id="rId23" Type="http://schemas.openxmlformats.org/officeDocument/2006/relationships/image" Target="../media/image251.png"/><Relationship Id="rId28" Type="http://schemas.openxmlformats.org/officeDocument/2006/relationships/image" Target="../media/image256.png"/><Relationship Id="rId10" Type="http://schemas.openxmlformats.org/officeDocument/2006/relationships/image" Target="../media/image238.png"/><Relationship Id="rId19" Type="http://schemas.openxmlformats.org/officeDocument/2006/relationships/image" Target="../media/image247.png"/><Relationship Id="rId31" Type="http://schemas.openxmlformats.org/officeDocument/2006/relationships/image" Target="../media/image259.png"/><Relationship Id="rId4" Type="http://schemas.openxmlformats.org/officeDocument/2006/relationships/image" Target="../media/image232.png"/><Relationship Id="rId9" Type="http://schemas.openxmlformats.org/officeDocument/2006/relationships/image" Target="../media/image237.png"/><Relationship Id="rId14" Type="http://schemas.openxmlformats.org/officeDocument/2006/relationships/image" Target="../media/image242.png"/><Relationship Id="rId22" Type="http://schemas.openxmlformats.org/officeDocument/2006/relationships/image" Target="../media/image250.png"/><Relationship Id="rId27" Type="http://schemas.openxmlformats.org/officeDocument/2006/relationships/image" Target="../media/image255.png"/><Relationship Id="rId30" Type="http://schemas.openxmlformats.org/officeDocument/2006/relationships/image" Target="../media/image25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6.png"/><Relationship Id="rId13" Type="http://schemas.openxmlformats.org/officeDocument/2006/relationships/image" Target="../media/image271.png"/><Relationship Id="rId18" Type="http://schemas.openxmlformats.org/officeDocument/2006/relationships/image" Target="../media/image276.png"/><Relationship Id="rId26" Type="http://schemas.openxmlformats.org/officeDocument/2006/relationships/image" Target="../media/image284.png"/><Relationship Id="rId3" Type="http://schemas.openxmlformats.org/officeDocument/2006/relationships/image" Target="../media/image262.png"/><Relationship Id="rId21" Type="http://schemas.openxmlformats.org/officeDocument/2006/relationships/image" Target="../media/image279.png"/><Relationship Id="rId7" Type="http://schemas.openxmlformats.org/officeDocument/2006/relationships/image" Target="../media/image265.png"/><Relationship Id="rId12" Type="http://schemas.openxmlformats.org/officeDocument/2006/relationships/image" Target="../media/image270.png"/><Relationship Id="rId17" Type="http://schemas.openxmlformats.org/officeDocument/2006/relationships/image" Target="../media/image275.png"/><Relationship Id="rId25" Type="http://schemas.openxmlformats.org/officeDocument/2006/relationships/image" Target="../media/image283.png"/><Relationship Id="rId2" Type="http://schemas.openxmlformats.org/officeDocument/2006/relationships/image" Target="../media/image261.png"/><Relationship Id="rId16" Type="http://schemas.openxmlformats.org/officeDocument/2006/relationships/image" Target="../media/image274.png"/><Relationship Id="rId20" Type="http://schemas.openxmlformats.org/officeDocument/2006/relationships/image" Target="../media/image278.png"/><Relationship Id="rId29" Type="http://schemas.openxmlformats.org/officeDocument/2006/relationships/image" Target="../media/image28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4.png"/><Relationship Id="rId11" Type="http://schemas.openxmlformats.org/officeDocument/2006/relationships/image" Target="../media/image269.png"/><Relationship Id="rId24" Type="http://schemas.openxmlformats.org/officeDocument/2006/relationships/image" Target="../media/image282.png"/><Relationship Id="rId32" Type="http://schemas.openxmlformats.org/officeDocument/2006/relationships/image" Target="../media/image290.png"/><Relationship Id="rId5" Type="http://schemas.openxmlformats.org/officeDocument/2006/relationships/image" Target="../media/image233.png"/><Relationship Id="rId15" Type="http://schemas.openxmlformats.org/officeDocument/2006/relationships/image" Target="../media/image273.png"/><Relationship Id="rId23" Type="http://schemas.openxmlformats.org/officeDocument/2006/relationships/image" Target="../media/image281.png"/><Relationship Id="rId28" Type="http://schemas.openxmlformats.org/officeDocument/2006/relationships/image" Target="../media/image286.png"/><Relationship Id="rId10" Type="http://schemas.openxmlformats.org/officeDocument/2006/relationships/image" Target="../media/image268.png"/><Relationship Id="rId19" Type="http://schemas.openxmlformats.org/officeDocument/2006/relationships/image" Target="../media/image277.png"/><Relationship Id="rId31" Type="http://schemas.openxmlformats.org/officeDocument/2006/relationships/image" Target="../media/image289.png"/><Relationship Id="rId4" Type="http://schemas.openxmlformats.org/officeDocument/2006/relationships/image" Target="../media/image263.png"/><Relationship Id="rId9" Type="http://schemas.openxmlformats.org/officeDocument/2006/relationships/image" Target="../media/image267.png"/><Relationship Id="rId14" Type="http://schemas.openxmlformats.org/officeDocument/2006/relationships/image" Target="../media/image272.png"/><Relationship Id="rId22" Type="http://schemas.openxmlformats.org/officeDocument/2006/relationships/image" Target="../media/image280.png"/><Relationship Id="rId27" Type="http://schemas.openxmlformats.org/officeDocument/2006/relationships/image" Target="../media/image285.png"/><Relationship Id="rId30" Type="http://schemas.openxmlformats.org/officeDocument/2006/relationships/image" Target="../media/image288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26" Type="http://schemas.openxmlformats.org/officeDocument/2006/relationships/image" Target="../media/image750.png"/><Relationship Id="rId21" Type="http://schemas.openxmlformats.org/officeDocument/2006/relationships/image" Target="../media/image700.png"/><Relationship Id="rId34" Type="http://schemas.openxmlformats.org/officeDocument/2006/relationships/image" Target="../media/image830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5" Type="http://schemas.openxmlformats.org/officeDocument/2006/relationships/image" Target="../media/image740.png"/><Relationship Id="rId33" Type="http://schemas.openxmlformats.org/officeDocument/2006/relationships/image" Target="../media/image82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50.png"/><Relationship Id="rId20" Type="http://schemas.openxmlformats.org/officeDocument/2006/relationships/image" Target="../media/image690.png"/><Relationship Id="rId29" Type="http://schemas.openxmlformats.org/officeDocument/2006/relationships/image" Target="../media/image7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24" Type="http://schemas.openxmlformats.org/officeDocument/2006/relationships/image" Target="../media/image730.png"/><Relationship Id="rId32" Type="http://schemas.openxmlformats.org/officeDocument/2006/relationships/image" Target="../media/image810.png"/><Relationship Id="rId37" Type="http://schemas.openxmlformats.org/officeDocument/2006/relationships/image" Target="../media/image86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23" Type="http://schemas.openxmlformats.org/officeDocument/2006/relationships/image" Target="../media/image720.png"/><Relationship Id="rId28" Type="http://schemas.openxmlformats.org/officeDocument/2006/relationships/image" Target="../media/image770.png"/><Relationship Id="rId36" Type="http://schemas.openxmlformats.org/officeDocument/2006/relationships/image" Target="../media/image85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31" Type="http://schemas.openxmlformats.org/officeDocument/2006/relationships/image" Target="../media/image80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10.png"/><Relationship Id="rId27" Type="http://schemas.openxmlformats.org/officeDocument/2006/relationships/image" Target="../media/image760.png"/><Relationship Id="rId30" Type="http://schemas.openxmlformats.org/officeDocument/2006/relationships/image" Target="../media/image790.png"/><Relationship Id="rId35" Type="http://schemas.openxmlformats.org/officeDocument/2006/relationships/image" Target="../media/image840.png"/><Relationship Id="rId8" Type="http://schemas.openxmlformats.org/officeDocument/2006/relationships/image" Target="../media/image570.png"/><Relationship Id="rId3" Type="http://schemas.openxmlformats.org/officeDocument/2006/relationships/image" Target="../media/image52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13" Type="http://schemas.openxmlformats.org/officeDocument/2006/relationships/image" Target="../media/image1110.png"/><Relationship Id="rId18" Type="http://schemas.openxmlformats.org/officeDocument/2006/relationships/image" Target="../media/image1600.png"/><Relationship Id="rId3" Type="http://schemas.openxmlformats.org/officeDocument/2006/relationships/image" Target="../media/image1100.png"/><Relationship Id="rId21" Type="http://schemas.openxmlformats.org/officeDocument/2006/relationships/image" Target="../media/image1900.png"/><Relationship Id="rId7" Type="http://schemas.openxmlformats.org/officeDocument/2006/relationships/image" Target="../media/image510.png"/><Relationship Id="rId12" Type="http://schemas.openxmlformats.org/officeDocument/2006/relationships/image" Target="../media/image1000.png"/><Relationship Id="rId17" Type="http://schemas.openxmlformats.org/officeDocument/2006/relationships/image" Target="../media/image1500.png"/><Relationship Id="rId25" Type="http://schemas.openxmlformats.org/officeDocument/2006/relationships/image" Target="../media/image230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00.png"/><Relationship Id="rId20" Type="http://schemas.openxmlformats.org/officeDocument/2006/relationships/image" Target="../media/image180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0.png"/><Relationship Id="rId11" Type="http://schemas.openxmlformats.org/officeDocument/2006/relationships/image" Target="../media/image900.png"/><Relationship Id="rId24" Type="http://schemas.openxmlformats.org/officeDocument/2006/relationships/image" Target="../media/image2200.png"/><Relationship Id="rId5" Type="http://schemas.openxmlformats.org/officeDocument/2006/relationships/image" Target="../media/image310.png"/><Relationship Id="rId15" Type="http://schemas.openxmlformats.org/officeDocument/2006/relationships/image" Target="../media/image1300.png"/><Relationship Id="rId23" Type="http://schemas.openxmlformats.org/officeDocument/2006/relationships/image" Target="../media/image2100.png"/><Relationship Id="rId10" Type="http://schemas.openxmlformats.org/officeDocument/2006/relationships/image" Target="../media/image880.png"/><Relationship Id="rId19" Type="http://schemas.openxmlformats.org/officeDocument/2006/relationships/image" Target="../media/image1700.png"/><Relationship Id="rId4" Type="http://schemas.openxmlformats.org/officeDocument/2006/relationships/image" Target="../media/image291.jpeg"/><Relationship Id="rId9" Type="http://schemas.openxmlformats.org/officeDocument/2006/relationships/image" Target="../media/image711.png"/><Relationship Id="rId14" Type="http://schemas.openxmlformats.org/officeDocument/2006/relationships/image" Target="../media/image1200.png"/><Relationship Id="rId22" Type="http://schemas.openxmlformats.org/officeDocument/2006/relationships/image" Target="../media/image200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3FDD82-4180-C8BC-3B50-4B21D1F5E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380839"/>
            <a:ext cx="7621064" cy="40963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D59A443-E74A-6D84-66B6-D351E9555FA4}"/>
              </a:ext>
            </a:extLst>
          </p:cNvPr>
          <p:cNvSpPr/>
          <p:nvPr/>
        </p:nvSpPr>
        <p:spPr>
          <a:xfrm>
            <a:off x="7749540" y="1405890"/>
            <a:ext cx="2137410" cy="5600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A1D99145-96CA-A8AA-1F5B-E9A86E1AF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102" y="145073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p:pic>
        <p:nvPicPr>
          <p:cNvPr id="2" name="Graphic 1" descr="Microscope outline">
            <a:extLst>
              <a:ext uri="{FF2B5EF4-FFF2-40B4-BE49-F238E27FC236}">
                <a16:creationId xmlns:a16="http://schemas.microsoft.com/office/drawing/2014/main" id="{30362665-7733-838C-F9AA-A1DD8E0B1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655823" y="2269040"/>
            <a:ext cx="527944" cy="5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484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1DCC196-95E4-F1B7-50EA-092C2A0E9D37}"/>
              </a:ext>
            </a:extLst>
          </p:cNvPr>
          <p:cNvSpPr/>
          <p:nvPr/>
        </p:nvSpPr>
        <p:spPr>
          <a:xfrm>
            <a:off x="1028701" y="104775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51C79-C95D-8840-7C3D-7C7E859E323D}"/>
              </a:ext>
            </a:extLst>
          </p:cNvPr>
          <p:cNvSpPr txBox="1"/>
          <p:nvPr/>
        </p:nvSpPr>
        <p:spPr>
          <a:xfrm>
            <a:off x="5699096" y="5810249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/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/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81ECA2-7BFE-1A7C-9382-B9A948112038}"/>
              </a:ext>
            </a:extLst>
          </p:cNvPr>
          <p:cNvCxnSpPr>
            <a:cxnSpLocks/>
            <a:stCxn id="5" idx="0"/>
            <a:endCxn id="5" idx="3"/>
          </p:cNvCxnSpPr>
          <p:nvPr/>
        </p:nvCxnSpPr>
        <p:spPr>
          <a:xfrm>
            <a:off x="6248331" y="1047751"/>
            <a:ext cx="0" cy="43624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/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blipFill>
                <a:blip r:embed="rId4"/>
                <a:stretch>
                  <a:fillRect l="-166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8195E41F-8301-CDD1-3F57-0BB94501EAF5}"/>
              </a:ext>
            </a:extLst>
          </p:cNvPr>
          <p:cNvSpPr/>
          <p:nvPr/>
        </p:nvSpPr>
        <p:spPr>
          <a:xfrm>
            <a:off x="5786438" y="61436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5A23A6-4931-BF23-D07B-61E78491433D}"/>
              </a:ext>
            </a:extLst>
          </p:cNvPr>
          <p:cNvSpPr txBox="1"/>
          <p:nvPr/>
        </p:nvSpPr>
        <p:spPr>
          <a:xfrm>
            <a:off x="3358129" y="2126606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/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44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6529-298F-8D22-3188-104593F59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1F3C99-A3CF-6FA8-BDBB-5808FC5F3BD1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0F1B590C-1DD2-3CC5-B679-6FE23007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/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/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B39BD97-9052-5BE8-CDF9-A07E857CBFE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927997" y="2938276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86EA320-F9CA-9C21-0E4E-F689ED0E0FB1}"/>
              </a:ext>
            </a:extLst>
          </p:cNvPr>
          <p:cNvCxnSpPr>
            <a:cxnSpLocks/>
          </p:cNvCxnSpPr>
          <p:nvPr/>
        </p:nvCxnSpPr>
        <p:spPr>
          <a:xfrm flipV="1">
            <a:off x="1823768" y="350812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4BDA817-9D0F-8995-1173-617427521B62}"/>
              </a:ext>
            </a:extLst>
          </p:cNvPr>
          <p:cNvCxnSpPr>
            <a:cxnSpLocks/>
          </p:cNvCxnSpPr>
          <p:nvPr/>
        </p:nvCxnSpPr>
        <p:spPr>
          <a:xfrm flipH="1">
            <a:off x="9952556" y="2843308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/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/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A5C252-0173-84D8-DC13-EEC57EA2F388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EE974CC-0125-3AC7-FF0C-75AFD1CFC36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7767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4B41A1D-245C-9429-7C8C-F2F6DD6939C8}"/>
              </a:ext>
            </a:extLst>
          </p:cNvPr>
          <p:cNvCxnSpPr>
            <a:cxnSpLocks/>
          </p:cNvCxnSpPr>
          <p:nvPr/>
        </p:nvCxnSpPr>
        <p:spPr>
          <a:xfrm flipH="1">
            <a:off x="2219047" y="103339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5BAEE2-C57F-F4F5-DA43-756659D90340}"/>
              </a:ext>
            </a:extLst>
          </p:cNvPr>
          <p:cNvCxnSpPr>
            <a:cxnSpLocks/>
          </p:cNvCxnSpPr>
          <p:nvPr/>
        </p:nvCxnSpPr>
        <p:spPr>
          <a:xfrm flipH="1" flipV="1">
            <a:off x="2211036" y="348534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9C8842C-6D19-8E00-D7B5-18ABC384CF32}"/>
              </a:ext>
            </a:extLst>
          </p:cNvPr>
          <p:cNvCxnSpPr>
            <a:cxnSpLocks/>
          </p:cNvCxnSpPr>
          <p:nvPr/>
        </p:nvCxnSpPr>
        <p:spPr>
          <a:xfrm flipV="1">
            <a:off x="1701800" y="3329609"/>
            <a:ext cx="517247" cy="304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8C2E72-23F1-404B-0580-AD18A2700A5E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517247" cy="50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379D608-C327-9898-C9D8-47603D8A7ACE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EC839E1-1FE2-54DF-4229-F8B133D08F7E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6A3A371-6737-2921-382A-D78D4B7AD286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50570E8-AA9F-563B-DCDD-A9C0768148CD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27C5D80-FB2D-9B66-7890-B680F8B899BC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3C2D8D-9E5F-A19B-D44E-3570941E30EC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566390" cy="2318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2F22471-61BB-B5A7-06BB-225540B00CC5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5F1B9A2-73D7-B96E-16A4-6DEAD22E46EC}"/>
              </a:ext>
            </a:extLst>
          </p:cNvPr>
          <p:cNvCxnSpPr>
            <a:cxnSpLocks/>
          </p:cNvCxnSpPr>
          <p:nvPr/>
        </p:nvCxnSpPr>
        <p:spPr>
          <a:xfrm flipV="1">
            <a:off x="6113295" y="3512820"/>
            <a:ext cx="3850126" cy="2564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CD946CA-66CA-B206-1FF2-55AC527126E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1C60EC8-3A5B-BC34-747A-B10E8EC0EF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7767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62DC9A9-DA77-AC5D-4400-744B44DD1458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58A76FA-15F8-A95A-82FF-4272C66D4D6C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2AFB18D-4B2D-4D51-6E4F-5BA414C837A8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A460E71-F574-B112-8A80-1347BCE9CC6E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DF92CB6-75F4-968C-8CBB-30D0013B1E4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6CFA73-79CF-330A-3414-DAC04DEDD6BE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81DF5F-9B7A-4A6E-CF10-4B26D13D0322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5FA527-D8D3-14FA-9DE4-CBBD3007B4B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68EB694-92CA-C524-3D8C-47BA60BD1214}"/>
              </a:ext>
            </a:extLst>
          </p:cNvPr>
          <p:cNvCxnSpPr>
            <a:cxnSpLocks/>
          </p:cNvCxnSpPr>
          <p:nvPr/>
        </p:nvCxnSpPr>
        <p:spPr>
          <a:xfrm flipH="1" flipV="1">
            <a:off x="9988735" y="3579555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C0E0F6-5D37-19CA-FAFF-2DA97D88F61B}"/>
              </a:ext>
            </a:extLst>
          </p:cNvPr>
          <p:cNvCxnSpPr>
            <a:cxnSpLocks/>
          </p:cNvCxnSpPr>
          <p:nvPr/>
        </p:nvCxnSpPr>
        <p:spPr>
          <a:xfrm>
            <a:off x="9963421" y="3325750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3D0316-0AC3-2D09-4AF7-A60326C1CBD2}"/>
              </a:ext>
            </a:extLst>
          </p:cNvPr>
          <p:cNvCxnSpPr>
            <a:cxnSpLocks/>
          </p:cNvCxnSpPr>
          <p:nvPr/>
        </p:nvCxnSpPr>
        <p:spPr>
          <a:xfrm flipV="1">
            <a:off x="9948203" y="350963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81C210-7E09-0086-6C0D-5CA2F1213505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8D185B-DFF3-9792-F5B7-F9C314DD8F86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/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/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6863AEE-3C07-265B-4E3D-972BE869367E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9C35D-AE4B-983C-286D-F2B4A5293FF1}"/>
              </a:ext>
            </a:extLst>
          </p:cNvPr>
          <p:cNvCxnSpPr>
            <a:cxnSpLocks/>
          </p:cNvCxnSpPr>
          <p:nvPr/>
        </p:nvCxnSpPr>
        <p:spPr>
          <a:xfrm>
            <a:off x="1374912" y="301608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BABA2-2BB3-636A-8349-8D2BEF1C3271}"/>
              </a:ext>
            </a:extLst>
          </p:cNvPr>
          <p:cNvCxnSpPr>
            <a:cxnSpLocks/>
          </p:cNvCxnSpPr>
          <p:nvPr/>
        </p:nvCxnSpPr>
        <p:spPr>
          <a:xfrm flipV="1">
            <a:off x="1260395" y="355072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AA9F0A9-16A4-EC27-7D74-9B3235F87DDF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C87B6-95E6-960E-0046-CC78C1C4125A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D2D9-329A-0C26-547E-F1CCE978D33F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560128B-3100-0643-CB91-7CC06BD1A70C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17806E5-E6A4-2814-2267-864F0888D3C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2211E0-78A5-2850-79FA-CDC4BCE90BF1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87A580-1A57-D23F-B292-A84EB34731CD}"/>
              </a:ext>
            </a:extLst>
          </p:cNvPr>
          <p:cNvCxnSpPr>
            <a:cxnSpLocks/>
          </p:cNvCxnSpPr>
          <p:nvPr/>
        </p:nvCxnSpPr>
        <p:spPr>
          <a:xfrm>
            <a:off x="9319279" y="2038943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C1E7C-3E81-DD1E-153B-401534DB80F6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/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ED357A-DD86-8921-49AF-21A9CB77086C}"/>
              </a:ext>
            </a:extLst>
          </p:cNvPr>
          <p:cNvCxnSpPr>
            <a:cxnSpLocks/>
          </p:cNvCxnSpPr>
          <p:nvPr/>
        </p:nvCxnSpPr>
        <p:spPr>
          <a:xfrm>
            <a:off x="2279520" y="3304818"/>
            <a:ext cx="7683901" cy="552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/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17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9179-B1C7-3CB3-1696-4224CBAE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DBF3228-70E1-8212-6969-E972293D8A73}"/>
              </a:ext>
            </a:extLst>
          </p:cNvPr>
          <p:cNvSpPr/>
          <p:nvPr/>
        </p:nvSpPr>
        <p:spPr>
          <a:xfrm>
            <a:off x="1133764" y="161890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0EA73-653E-346A-A878-486D90CD8EA4}"/>
              </a:ext>
            </a:extLst>
          </p:cNvPr>
          <p:cNvSpPr txBox="1"/>
          <p:nvPr/>
        </p:nvSpPr>
        <p:spPr>
          <a:xfrm>
            <a:off x="5635864" y="6058233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/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/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68A59-E883-9408-83FF-1DA90A746BA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6348701" y="908387"/>
            <a:ext cx="4693" cy="507296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/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E5457CB4-2BC9-3153-330D-0A13B8E764FA}"/>
              </a:ext>
            </a:extLst>
          </p:cNvPr>
          <p:cNvSpPr/>
          <p:nvPr/>
        </p:nvSpPr>
        <p:spPr>
          <a:xfrm>
            <a:off x="5891501" y="118551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1BCE5C-769F-1221-5E12-E5A9A5B6943C}"/>
              </a:ext>
            </a:extLst>
          </p:cNvPr>
          <p:cNvSpPr txBox="1"/>
          <p:nvPr/>
        </p:nvSpPr>
        <p:spPr>
          <a:xfrm>
            <a:off x="2512529" y="585222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/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6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7895BC-59E3-59BE-BAB8-E5B5A3B71638}"/>
              </a:ext>
            </a:extLst>
          </p:cNvPr>
          <p:cNvCxnSpPr>
            <a:cxnSpLocks/>
          </p:cNvCxnSpPr>
          <p:nvPr/>
        </p:nvCxnSpPr>
        <p:spPr>
          <a:xfrm flipV="1">
            <a:off x="369656" y="908387"/>
            <a:ext cx="5969285" cy="5041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BF098-ECC8-DC09-8354-6A1A8A01EB33}"/>
              </a:ext>
            </a:extLst>
          </p:cNvPr>
          <p:cNvCxnSpPr>
            <a:stCxn id="5" idx="0"/>
            <a:endCxn id="5" idx="0"/>
          </p:cNvCxnSpPr>
          <p:nvPr/>
        </p:nvCxnSpPr>
        <p:spPr>
          <a:xfrm flipH="1">
            <a:off x="6348701" y="1618901"/>
            <a:ext cx="46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897A17-C11A-8F4A-0E3A-FD39B7DD03B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08125" y="123155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/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/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24687D0-74CB-83CA-85C0-5E4F17E2ECB1}"/>
              </a:ext>
            </a:extLst>
          </p:cNvPr>
          <p:cNvCxnSpPr>
            <a:cxnSpLocks/>
          </p:cNvCxnSpPr>
          <p:nvPr/>
        </p:nvCxnSpPr>
        <p:spPr>
          <a:xfrm>
            <a:off x="796785" y="562428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/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34D393-FFB3-DF30-6F20-A6A4D603A862}"/>
              </a:ext>
            </a:extLst>
          </p:cNvPr>
          <p:cNvCxnSpPr>
            <a:cxnSpLocks/>
          </p:cNvCxnSpPr>
          <p:nvPr/>
        </p:nvCxnSpPr>
        <p:spPr>
          <a:xfrm>
            <a:off x="369656" y="5950925"/>
            <a:ext cx="806423" cy="317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/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Partial Circle 35">
            <a:extLst>
              <a:ext uri="{FF2B5EF4-FFF2-40B4-BE49-F238E27FC236}">
                <a16:creationId xmlns:a16="http://schemas.microsoft.com/office/drawing/2014/main" id="{BF08F26A-05F4-EBC4-A42A-6CE8E3B4C1CA}"/>
              </a:ext>
            </a:extLst>
          </p:cNvPr>
          <p:cNvSpPr/>
          <p:nvPr/>
        </p:nvSpPr>
        <p:spPr>
          <a:xfrm rot="16200000">
            <a:off x="694614" y="5524152"/>
            <a:ext cx="914400" cy="914400"/>
          </a:xfrm>
          <a:prstGeom prst="pie">
            <a:avLst>
              <a:gd name="adj1" fmla="val 3032825"/>
              <a:gd name="adj2" fmla="val 5395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/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/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/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/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/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81484E-481F-40CC-C9ED-B10BFBDF983B}"/>
              </a:ext>
            </a:extLst>
          </p:cNvPr>
          <p:cNvCxnSpPr/>
          <p:nvPr/>
        </p:nvCxnSpPr>
        <p:spPr>
          <a:xfrm>
            <a:off x="36965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8DA6F2-68CF-2E62-990C-67453F1849DA}"/>
              </a:ext>
            </a:extLst>
          </p:cNvPr>
          <p:cNvCxnSpPr>
            <a:cxnSpLocks/>
          </p:cNvCxnSpPr>
          <p:nvPr/>
        </p:nvCxnSpPr>
        <p:spPr>
          <a:xfrm flipH="1" flipV="1">
            <a:off x="1176079" y="6111762"/>
            <a:ext cx="182210" cy="2696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7F2BAC2-1E2F-D8EB-6875-D9482BEE32E6}"/>
              </a:ext>
            </a:extLst>
          </p:cNvPr>
          <p:cNvCxnSpPr>
            <a:cxnSpLocks/>
          </p:cNvCxnSpPr>
          <p:nvPr/>
        </p:nvCxnSpPr>
        <p:spPr>
          <a:xfrm flipH="1" flipV="1">
            <a:off x="6429707" y="1769003"/>
            <a:ext cx="334583" cy="71826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E863349-0A09-8C25-B4E6-3F80B4DBF64E}"/>
              </a:ext>
            </a:extLst>
          </p:cNvPr>
          <p:cNvCxnSpPr>
            <a:cxnSpLocks/>
          </p:cNvCxnSpPr>
          <p:nvPr/>
        </p:nvCxnSpPr>
        <p:spPr>
          <a:xfrm flipH="1" flipV="1">
            <a:off x="6348701" y="908387"/>
            <a:ext cx="5789985" cy="50729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D9DD9E-2189-C10A-B520-670B6DB0A6CB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11563638" y="5981351"/>
            <a:ext cx="575048" cy="180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/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/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908EB4-CE93-BAEB-14AB-2A022D0D8118}"/>
              </a:ext>
            </a:extLst>
          </p:cNvPr>
          <p:cNvCxnSpPr>
            <a:cxnSpLocks/>
          </p:cNvCxnSpPr>
          <p:nvPr/>
        </p:nvCxnSpPr>
        <p:spPr>
          <a:xfrm flipV="1">
            <a:off x="11061008" y="6058233"/>
            <a:ext cx="436378" cy="28471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/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D161BC9-C871-9D28-A8DE-1D132371E9FF}"/>
              </a:ext>
            </a:extLst>
          </p:cNvPr>
          <p:cNvCxnSpPr/>
          <p:nvPr/>
        </p:nvCxnSpPr>
        <p:spPr>
          <a:xfrm>
            <a:off x="1205469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86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044F4-B02E-A89B-B6E1-AC5CED61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573E0A1-6FB2-A5F5-A6AC-2851CFD0F274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A5DDB67-215E-EEF5-90C5-94AC8174D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7AC9EA-2BB9-49C6-2CC4-C07DDDDA354A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4A3DE0-5EC6-EAED-25FF-973C33308A5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D3BF2CA-1955-8A16-8EED-7BB22DA37F51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8513ED80-9768-5F3F-8C03-A449D78A0B94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73AF06-FCBF-5AFB-E580-670E18F9AB5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3FBB2BD-18E6-5DFF-42C2-45CA8B09FCA6}"/>
              </a:ext>
            </a:extLst>
          </p:cNvPr>
          <p:cNvCxnSpPr>
            <a:cxnSpLocks/>
          </p:cNvCxnSpPr>
          <p:nvPr/>
        </p:nvCxnSpPr>
        <p:spPr>
          <a:xfrm flipH="1">
            <a:off x="2589445" y="1033398"/>
            <a:ext cx="3807658" cy="2102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BA5CAD8-6DF1-8C34-C958-3150694B7187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CFA6A9-F8F6-9801-DCB1-9B87E5FC9856}"/>
              </a:ext>
            </a:extLst>
          </p:cNvPr>
          <p:cNvCxnSpPr>
            <a:cxnSpLocks/>
          </p:cNvCxnSpPr>
          <p:nvPr/>
        </p:nvCxnSpPr>
        <p:spPr>
          <a:xfrm flipV="1">
            <a:off x="1701800" y="3116798"/>
            <a:ext cx="918381" cy="243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DD48331-F0DA-7605-5E36-483E321768F3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1074F10-D25F-CCF9-D4D1-E27EA289268F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F41F953-ABCA-13B6-1DA7-9750B55E414C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BCC6DCB-8A97-7172-B059-93F35D5D12E4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D73CAD-6CEB-393B-6544-7D808D87DF37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726F670-D938-CE58-62FD-CF61B87BB1B4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1630813-1C57-7022-73C7-87A6C0502F65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205524" cy="21002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51AFF5D-2C3F-9808-8EE0-E3F184ADD6ED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F67A805-6C8E-37C1-6C0B-100F8A044134}"/>
              </a:ext>
            </a:extLst>
          </p:cNvPr>
          <p:cNvCxnSpPr>
            <a:cxnSpLocks/>
          </p:cNvCxnSpPr>
          <p:nvPr/>
        </p:nvCxnSpPr>
        <p:spPr>
          <a:xfrm flipV="1">
            <a:off x="6113295" y="3664572"/>
            <a:ext cx="3652594" cy="2412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5E78C3C-3C5B-B01F-C4DA-B3E647AC7C8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2C98D7E6-08A1-8889-12CF-126D27B591C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2E8F0D-57B8-C000-5D6C-EA4BFB4D0002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B770B25-325E-BE8E-A8DB-702FD4752D8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5623737-7D48-7EC3-D7F9-AAD1F38AA9C2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F844EF9-83C0-90E6-CA40-ACB7E6269727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67122657-F62A-0AA1-FB5F-55BF2A13168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17C42F-678B-D02A-8FB3-80F1D4E453E4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246ACA-94D5-B85A-6618-F8B526740CB0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1BA3A9-37E0-E956-BDA3-74090D0F60C8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54706F-797B-84F4-D1D9-2CF4A503DF6A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4B8469-50EC-9221-91C3-76F1192D0D86}"/>
              </a:ext>
            </a:extLst>
          </p:cNvPr>
          <p:cNvCxnSpPr>
            <a:cxnSpLocks/>
          </p:cNvCxnSpPr>
          <p:nvPr/>
        </p:nvCxnSpPr>
        <p:spPr>
          <a:xfrm flipV="1">
            <a:off x="9623942" y="3111715"/>
            <a:ext cx="701335" cy="8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092002-6125-0D7E-1AD5-A6DDA50351BC}"/>
              </a:ext>
            </a:extLst>
          </p:cNvPr>
          <p:cNvCxnSpPr>
            <a:cxnSpLocks/>
          </p:cNvCxnSpPr>
          <p:nvPr/>
        </p:nvCxnSpPr>
        <p:spPr>
          <a:xfrm flipV="1">
            <a:off x="9710663" y="367120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85923-92AC-5DC0-0BFF-0276E82B87A1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5CA69FA-0602-A1CF-2749-53A585A8AB88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994DD4-00FB-8741-C797-016177379493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4647789-0348-C69B-C854-63D8D8B931BC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C14B3E-D7F2-F400-8E56-326FECC6DD9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ABDFD1-ED3C-5CAF-16E1-7E9C6D351AE4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5026EF-157F-4792-FC59-64D4BDA2F987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402C88B-0446-EF35-5BF6-62B92C104B14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31E14E-D0F3-5C4F-405F-10309E126BEF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D8E6F1-457D-67BC-F4A9-AC99B7A64CA7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CCCB14-25FC-5AB7-4328-8D74170C1C7B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B5FB9B-A240-BAE6-7397-82FC7037084B}"/>
              </a:ext>
            </a:extLst>
          </p:cNvPr>
          <p:cNvCxnSpPr>
            <a:cxnSpLocks/>
          </p:cNvCxnSpPr>
          <p:nvPr/>
        </p:nvCxnSpPr>
        <p:spPr>
          <a:xfrm flipV="1">
            <a:off x="2500677" y="3392455"/>
            <a:ext cx="7101878" cy="5549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253F96-82A4-A106-A159-B7A3709BDD63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FD51F8-1624-73B8-4374-BD66D1FFD18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281A1EE-183A-C71A-07FB-F838F17C16F2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C1A4B13-F3A9-B709-FC49-92421BE02339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17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6029-DD50-5D63-1210-A5149AE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DB7ADE1-0F33-0A70-DF6D-F0B3971621E2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EB8C6A63-79C4-527F-E991-EE8A98A0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B42CB2-B8AA-CA0E-3B70-83098F7AFD80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F55A139D-9268-4FE2-C4C7-B988D9C7B05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C3D0EA3-6865-B418-8ED9-45525ECADA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/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B661C3F-D6ED-B887-8175-B31D2F4A1E33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6B28BD8-F476-B43F-8E00-70AB79D7E1C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896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829FF-C4F4-8059-B0F0-68F3ECF25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6C183977-33D1-69C5-417E-08FE8324A485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4E47AC0-BA04-471A-AFC0-EAE7F98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DB3ABB-3A82-999A-8104-E8F91EC1DA7C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47CF83A-BC55-4EC5-03C5-146F0D853977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5EC066D-4161-91E1-F9BD-9662912EA1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BD3B997-B852-6ABC-A285-61DBD13E731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033053ED-508A-576F-9935-D9C0F5D0A4B6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6FBC8A26-54E4-0768-86C5-18247669DD5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A2B932B-39AB-F117-B021-F94E1A34F007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BD06AF6-1FB3-2089-B92C-0299A9EB8A69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0431659-79EB-4B6F-D225-86613DB40FCB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E6FE538-7BE4-C33B-BE60-CCA44E87AC0F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A077CCB6-BF48-1737-FAA8-C07CD7FA4F4A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BB2E70D-8679-1A25-551A-1B28C89A61FB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DBD1BA16-1FB6-26F6-F88F-D6DC417F8AD8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1FEEEAE-405C-F58E-F75F-6FF43A33C478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F8A765B-E0B2-08C4-7D32-161F54662CA3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4DA20D6E-6C9B-BB43-8A9E-A7FB64EC56E8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93292C25-DA87-58A6-D94D-4D387F858A73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B33E9FD-B96A-B8E7-4A0D-DBACD8B47110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B5148ED-18C4-0940-5653-0E0C0B9A9315}"/>
              </a:ext>
            </a:extLst>
          </p:cNvPr>
          <p:cNvCxnSpPr>
            <a:cxnSpLocks/>
          </p:cNvCxnSpPr>
          <p:nvPr/>
        </p:nvCxnSpPr>
        <p:spPr>
          <a:xfrm>
            <a:off x="8471658" y="3648600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5307F775-863C-E469-7327-C51F9E369C32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4041366-DFF5-A98C-9A48-C62C9E84DC62}"/>
              </a:ext>
            </a:extLst>
          </p:cNvPr>
          <p:cNvCxnSpPr>
            <a:cxnSpLocks/>
          </p:cNvCxnSpPr>
          <p:nvPr/>
        </p:nvCxnSpPr>
        <p:spPr>
          <a:xfrm>
            <a:off x="8021554" y="395995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1018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0C8C-73E4-6B67-3241-E8D5191F3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F3545C8-F5F5-2770-DD8A-AB10336AF8CD}"/>
              </a:ext>
            </a:extLst>
          </p:cNvPr>
          <p:cNvCxnSpPr>
            <a:cxnSpLocks/>
          </p:cNvCxnSpPr>
          <p:nvPr/>
        </p:nvCxnSpPr>
        <p:spPr>
          <a:xfrm flipV="1">
            <a:off x="2619375" y="1304925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7D71E31-C354-9F1B-F5FE-0053173C4ABA}"/>
              </a:ext>
            </a:extLst>
          </p:cNvPr>
          <p:cNvCxnSpPr>
            <a:cxnSpLocks/>
          </p:cNvCxnSpPr>
          <p:nvPr/>
        </p:nvCxnSpPr>
        <p:spPr>
          <a:xfrm flipH="1" flipV="1">
            <a:off x="6496050" y="1304925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772914-4D85-F9C1-DB82-1C21BEECF4D6}"/>
              </a:ext>
            </a:extLst>
          </p:cNvPr>
          <p:cNvCxnSpPr>
            <a:cxnSpLocks/>
          </p:cNvCxnSpPr>
          <p:nvPr/>
        </p:nvCxnSpPr>
        <p:spPr>
          <a:xfrm flipH="1" flipV="1">
            <a:off x="2619375" y="5074615"/>
            <a:ext cx="7696200" cy="22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B39915F9-0FEF-5337-E816-431D31267EAD}"/>
              </a:ext>
            </a:extLst>
          </p:cNvPr>
          <p:cNvCxnSpPr>
            <a:cxnSpLocks/>
          </p:cNvCxnSpPr>
          <p:nvPr/>
        </p:nvCxnSpPr>
        <p:spPr>
          <a:xfrm flipH="1" flipV="1">
            <a:off x="3762375" y="3952875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34C9BCD9-B7E4-5AFB-8857-EA8253FBD01A}"/>
              </a:ext>
            </a:extLst>
          </p:cNvPr>
          <p:cNvCxnSpPr>
            <a:cxnSpLocks/>
          </p:cNvCxnSpPr>
          <p:nvPr/>
        </p:nvCxnSpPr>
        <p:spPr>
          <a:xfrm>
            <a:off x="2529751" y="5781675"/>
            <a:ext cx="7896294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/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4522E52-E324-C72C-5BC8-F97686DF9AB0}"/>
              </a:ext>
            </a:extLst>
          </p:cNvPr>
          <p:cNvCxnSpPr>
            <a:cxnSpLocks/>
          </p:cNvCxnSpPr>
          <p:nvPr/>
        </p:nvCxnSpPr>
        <p:spPr>
          <a:xfrm>
            <a:off x="2619375" y="5076825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/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/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D7D6B3C3-A731-7176-978E-70951FBA738C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FAB3074F-DB5D-DE69-1270-40941BDB5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C458D05-10D7-102E-A7AA-6D50719373B7}"/>
              </a:ext>
            </a:extLst>
          </p:cNvPr>
          <p:cNvCxnSpPr>
            <a:cxnSpLocks/>
          </p:cNvCxnSpPr>
          <p:nvPr/>
        </p:nvCxnSpPr>
        <p:spPr>
          <a:xfrm>
            <a:off x="3569338" y="3266328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/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/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/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020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B2CF8-C894-27B4-3F23-0050E42B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6FAE354E-7B4E-1DE7-98EC-803D542CDA3D}"/>
              </a:ext>
            </a:extLst>
          </p:cNvPr>
          <p:cNvCxnSpPr>
            <a:cxnSpLocks/>
          </p:cNvCxnSpPr>
          <p:nvPr/>
        </p:nvCxnSpPr>
        <p:spPr>
          <a:xfrm flipV="1">
            <a:off x="1243061" y="12136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8EB3A44-B044-E528-5590-94BEC74A892D}"/>
              </a:ext>
            </a:extLst>
          </p:cNvPr>
          <p:cNvCxnSpPr>
            <a:cxnSpLocks/>
          </p:cNvCxnSpPr>
          <p:nvPr/>
        </p:nvCxnSpPr>
        <p:spPr>
          <a:xfrm flipH="1" flipV="1">
            <a:off x="5119736" y="12136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615A0FE-FFFB-825B-D94B-59FB8034D11D}"/>
              </a:ext>
            </a:extLst>
          </p:cNvPr>
          <p:cNvCxnSpPr>
            <a:cxnSpLocks/>
          </p:cNvCxnSpPr>
          <p:nvPr/>
        </p:nvCxnSpPr>
        <p:spPr>
          <a:xfrm flipH="1">
            <a:off x="3319511" y="49855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11052B9-DC7C-4E5D-CAE6-BD5402249B4B}"/>
              </a:ext>
            </a:extLst>
          </p:cNvPr>
          <p:cNvCxnSpPr>
            <a:cxnSpLocks/>
          </p:cNvCxnSpPr>
          <p:nvPr/>
        </p:nvCxnSpPr>
        <p:spPr>
          <a:xfrm flipH="1" flipV="1">
            <a:off x="2386061" y="38616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0DD9B874-D3F4-7DE4-A142-E6E993125E25}"/>
              </a:ext>
            </a:extLst>
          </p:cNvPr>
          <p:cNvCxnSpPr>
            <a:cxnSpLocks/>
          </p:cNvCxnSpPr>
          <p:nvPr/>
        </p:nvCxnSpPr>
        <p:spPr>
          <a:xfrm>
            <a:off x="1189110" y="5690429"/>
            <a:ext cx="7860621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/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BF7C8E95-B123-9C1C-B39B-4C719A16B72E}"/>
              </a:ext>
            </a:extLst>
          </p:cNvPr>
          <p:cNvCxnSpPr/>
          <p:nvPr/>
        </p:nvCxnSpPr>
        <p:spPr>
          <a:xfrm>
            <a:off x="5119736" y="12136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E56DC9-728F-94E7-F02D-0C2D28203091}"/>
              </a:ext>
            </a:extLst>
          </p:cNvPr>
          <p:cNvCxnSpPr>
            <a:cxnSpLocks/>
          </p:cNvCxnSpPr>
          <p:nvPr/>
        </p:nvCxnSpPr>
        <p:spPr>
          <a:xfrm>
            <a:off x="1243061" y="49855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/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/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/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FAB470CC-FC85-CBA3-ED94-E7399F8C6941}"/>
              </a:ext>
            </a:extLst>
          </p:cNvPr>
          <p:cNvCxnSpPr>
            <a:cxnSpLocks/>
          </p:cNvCxnSpPr>
          <p:nvPr/>
        </p:nvCxnSpPr>
        <p:spPr>
          <a:xfrm>
            <a:off x="1023329" y="43983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/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/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/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/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/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blipFill>
                <a:blip r:embed="rId10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33AF666-DC5C-B3F6-9A4D-B9789B074EAE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D76441F-1286-6D00-2761-ABD2DAE4B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EE9DB2ED-2708-CEBF-586B-CC716BA3BAF4}"/>
              </a:ext>
            </a:extLst>
          </p:cNvPr>
          <p:cNvCxnSpPr>
            <a:cxnSpLocks/>
          </p:cNvCxnSpPr>
          <p:nvPr/>
        </p:nvCxnSpPr>
        <p:spPr>
          <a:xfrm>
            <a:off x="2193024" y="31750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79F0D33-77CE-B2EE-2325-5BC23CE845FE}"/>
              </a:ext>
            </a:extLst>
          </p:cNvPr>
          <p:cNvCxnSpPr>
            <a:cxnSpLocks/>
          </p:cNvCxnSpPr>
          <p:nvPr/>
        </p:nvCxnSpPr>
        <p:spPr>
          <a:xfrm flipH="1" flipV="1">
            <a:off x="2852786" y="37869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B2175BBD-7B39-2829-9C15-1C75FCDC8767}"/>
              </a:ext>
            </a:extLst>
          </p:cNvPr>
          <p:cNvCxnSpPr>
            <a:cxnSpLocks/>
          </p:cNvCxnSpPr>
          <p:nvPr/>
        </p:nvCxnSpPr>
        <p:spPr>
          <a:xfrm flipH="1" flipV="1">
            <a:off x="2256097" y="43596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2EE16EF-1CAA-8B34-BD1D-0BA93DB23D54}"/>
              </a:ext>
            </a:extLst>
          </p:cNvPr>
          <p:cNvCxnSpPr>
            <a:cxnSpLocks/>
          </p:cNvCxnSpPr>
          <p:nvPr/>
        </p:nvCxnSpPr>
        <p:spPr>
          <a:xfrm flipH="1">
            <a:off x="3631418" y="46869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FB3785E-C071-4199-B422-1DB846889CB9}"/>
              </a:ext>
            </a:extLst>
          </p:cNvPr>
          <p:cNvCxnSpPr>
            <a:cxnSpLocks/>
          </p:cNvCxnSpPr>
          <p:nvPr/>
        </p:nvCxnSpPr>
        <p:spPr>
          <a:xfrm flipH="1">
            <a:off x="2837647" y="15971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C43E0A7-7F1D-75BA-21E1-0349D10814E0}"/>
              </a:ext>
            </a:extLst>
          </p:cNvPr>
          <p:cNvCxnSpPr>
            <a:cxnSpLocks/>
          </p:cNvCxnSpPr>
          <p:nvPr/>
        </p:nvCxnSpPr>
        <p:spPr>
          <a:xfrm flipH="1">
            <a:off x="1157653" y="4359602"/>
            <a:ext cx="1086082" cy="105208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/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/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2829507-FE1D-86F9-FDD9-E44CF08BB7FD}"/>
              </a:ext>
            </a:extLst>
          </p:cNvPr>
          <p:cNvCxnSpPr>
            <a:cxnSpLocks/>
          </p:cNvCxnSpPr>
          <p:nvPr/>
        </p:nvCxnSpPr>
        <p:spPr>
          <a:xfrm flipH="1">
            <a:off x="3093747" y="52453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/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5697EFB4-46A1-A80A-F8D5-88DAA0608F4D}"/>
              </a:ext>
            </a:extLst>
          </p:cNvPr>
          <p:cNvCxnSpPr>
            <a:cxnSpLocks/>
          </p:cNvCxnSpPr>
          <p:nvPr/>
        </p:nvCxnSpPr>
        <p:spPr>
          <a:xfrm flipV="1">
            <a:off x="3046121" y="5460395"/>
            <a:ext cx="95252" cy="42792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/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A2FE599-3C59-8ADB-78F9-F11F406507FF}"/>
              </a:ext>
            </a:extLst>
          </p:cNvPr>
          <p:cNvCxnSpPr>
            <a:cxnSpLocks/>
          </p:cNvCxnSpPr>
          <p:nvPr/>
        </p:nvCxnSpPr>
        <p:spPr>
          <a:xfrm>
            <a:off x="5125040" y="16309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/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/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5285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88819-9329-71BD-8615-66B8D0B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0BC1B37-A742-3037-6AB7-A297D5479D50}"/>
              </a:ext>
            </a:extLst>
          </p:cNvPr>
          <p:cNvCxnSpPr>
            <a:cxnSpLocks/>
          </p:cNvCxnSpPr>
          <p:nvPr/>
        </p:nvCxnSpPr>
        <p:spPr>
          <a:xfrm flipV="1">
            <a:off x="980525" y="5913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4EDD90B-3687-F93F-1B9E-468EBE2BA4B9}"/>
              </a:ext>
            </a:extLst>
          </p:cNvPr>
          <p:cNvCxnSpPr>
            <a:cxnSpLocks/>
          </p:cNvCxnSpPr>
          <p:nvPr/>
        </p:nvCxnSpPr>
        <p:spPr>
          <a:xfrm flipH="1" flipV="1">
            <a:off x="4857200" y="5913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384865E-E808-4D72-79F0-02607516F632}"/>
              </a:ext>
            </a:extLst>
          </p:cNvPr>
          <p:cNvCxnSpPr>
            <a:cxnSpLocks/>
          </p:cNvCxnSpPr>
          <p:nvPr/>
        </p:nvCxnSpPr>
        <p:spPr>
          <a:xfrm flipH="1">
            <a:off x="3056975" y="43632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7EBAE79C-AA47-B579-CA41-F0207E3F8095}"/>
              </a:ext>
            </a:extLst>
          </p:cNvPr>
          <p:cNvCxnSpPr>
            <a:cxnSpLocks/>
          </p:cNvCxnSpPr>
          <p:nvPr/>
        </p:nvCxnSpPr>
        <p:spPr>
          <a:xfrm flipH="1" flipV="1">
            <a:off x="2123525" y="32393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DD5131F1-4F38-830B-25EA-CAF12EB2BC09}"/>
              </a:ext>
            </a:extLst>
          </p:cNvPr>
          <p:cNvCxnSpPr/>
          <p:nvPr/>
        </p:nvCxnSpPr>
        <p:spPr>
          <a:xfrm>
            <a:off x="4857200" y="5913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A5E1ABE-578F-124E-01C5-40FFD9039779}"/>
              </a:ext>
            </a:extLst>
          </p:cNvPr>
          <p:cNvCxnSpPr>
            <a:cxnSpLocks/>
          </p:cNvCxnSpPr>
          <p:nvPr/>
        </p:nvCxnSpPr>
        <p:spPr>
          <a:xfrm>
            <a:off x="980525" y="43632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/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/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/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B4B3816B-5E0D-D949-77B9-0F5CD28B24AD}"/>
              </a:ext>
            </a:extLst>
          </p:cNvPr>
          <p:cNvCxnSpPr>
            <a:cxnSpLocks/>
          </p:cNvCxnSpPr>
          <p:nvPr/>
        </p:nvCxnSpPr>
        <p:spPr>
          <a:xfrm>
            <a:off x="760793" y="37760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/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/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/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/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/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blipFill>
                <a:blip r:embed="rId9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5691752-C342-003F-C630-F85A71EF928F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1A010B8-5D31-588D-090D-138AC68C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4A2B780-FB9A-7068-BDF8-7FE1BE3AAFEA}"/>
              </a:ext>
            </a:extLst>
          </p:cNvPr>
          <p:cNvCxnSpPr>
            <a:cxnSpLocks/>
          </p:cNvCxnSpPr>
          <p:nvPr/>
        </p:nvCxnSpPr>
        <p:spPr>
          <a:xfrm>
            <a:off x="1930488" y="25527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64129D8-1BE3-A86E-185D-E9670B34D8E3}"/>
              </a:ext>
            </a:extLst>
          </p:cNvPr>
          <p:cNvCxnSpPr>
            <a:cxnSpLocks/>
          </p:cNvCxnSpPr>
          <p:nvPr/>
        </p:nvCxnSpPr>
        <p:spPr>
          <a:xfrm flipH="1" flipV="1">
            <a:off x="2590250" y="31646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EC5EB34-C084-6E5A-3873-A632C634195B}"/>
              </a:ext>
            </a:extLst>
          </p:cNvPr>
          <p:cNvCxnSpPr>
            <a:cxnSpLocks/>
          </p:cNvCxnSpPr>
          <p:nvPr/>
        </p:nvCxnSpPr>
        <p:spPr>
          <a:xfrm flipH="1" flipV="1">
            <a:off x="1993561" y="37373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BEF6C1C-48F0-8026-09E1-397203F61A25}"/>
              </a:ext>
            </a:extLst>
          </p:cNvPr>
          <p:cNvCxnSpPr>
            <a:cxnSpLocks/>
          </p:cNvCxnSpPr>
          <p:nvPr/>
        </p:nvCxnSpPr>
        <p:spPr>
          <a:xfrm flipH="1">
            <a:off x="3368882" y="40646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D779042-BE71-611E-5142-135CA8673939}"/>
              </a:ext>
            </a:extLst>
          </p:cNvPr>
          <p:cNvCxnSpPr>
            <a:cxnSpLocks/>
          </p:cNvCxnSpPr>
          <p:nvPr/>
        </p:nvCxnSpPr>
        <p:spPr>
          <a:xfrm flipH="1">
            <a:off x="2575111" y="9748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76F64F2-796A-0F5C-B7D4-426A1B8D887D}"/>
              </a:ext>
            </a:extLst>
          </p:cNvPr>
          <p:cNvCxnSpPr>
            <a:cxnSpLocks/>
          </p:cNvCxnSpPr>
          <p:nvPr/>
        </p:nvCxnSpPr>
        <p:spPr>
          <a:xfrm flipH="1">
            <a:off x="1244477" y="3737302"/>
            <a:ext cx="736722" cy="6259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/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/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5A0940-21E7-11AA-CEEA-9EBE6C031C6B}"/>
              </a:ext>
            </a:extLst>
          </p:cNvPr>
          <p:cNvCxnSpPr>
            <a:cxnSpLocks/>
          </p:cNvCxnSpPr>
          <p:nvPr/>
        </p:nvCxnSpPr>
        <p:spPr>
          <a:xfrm flipH="1">
            <a:off x="2831211" y="46230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/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03E4EA85-D1A4-C245-5BD2-968F28A6537B}"/>
              </a:ext>
            </a:extLst>
          </p:cNvPr>
          <p:cNvCxnSpPr>
            <a:cxnSpLocks/>
          </p:cNvCxnSpPr>
          <p:nvPr/>
        </p:nvCxnSpPr>
        <p:spPr>
          <a:xfrm flipH="1" flipV="1">
            <a:off x="2831211" y="4755401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/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C63C8BE-CFA2-A4B9-CE44-F0A63FDDAE06}"/>
              </a:ext>
            </a:extLst>
          </p:cNvPr>
          <p:cNvCxnSpPr>
            <a:cxnSpLocks/>
          </p:cNvCxnSpPr>
          <p:nvPr/>
        </p:nvCxnSpPr>
        <p:spPr>
          <a:xfrm>
            <a:off x="4862504" y="10086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/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/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3751AEC-84B5-2DD2-9D62-637806E60473}"/>
              </a:ext>
            </a:extLst>
          </p:cNvPr>
          <p:cNvCxnSpPr>
            <a:cxnSpLocks/>
          </p:cNvCxnSpPr>
          <p:nvPr/>
        </p:nvCxnSpPr>
        <p:spPr>
          <a:xfrm flipH="1">
            <a:off x="5226636" y="4363279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9AE381B-7B4D-3E1A-5397-0085AF937138}"/>
              </a:ext>
            </a:extLst>
          </p:cNvPr>
          <p:cNvCxnSpPr>
            <a:cxnSpLocks/>
          </p:cNvCxnSpPr>
          <p:nvPr/>
        </p:nvCxnSpPr>
        <p:spPr>
          <a:xfrm flipH="1" flipV="1">
            <a:off x="980525" y="4363279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/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EEDB6D-4550-A48F-DFD5-65AAA02CB77D}"/>
              </a:ext>
            </a:extLst>
          </p:cNvPr>
          <p:cNvCxnSpPr>
            <a:cxnSpLocks/>
          </p:cNvCxnSpPr>
          <p:nvPr/>
        </p:nvCxnSpPr>
        <p:spPr>
          <a:xfrm flipH="1">
            <a:off x="5217111" y="4631658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/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/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E93DD6D8-5897-6059-8AE4-40FFF766D33B}"/>
              </a:ext>
            </a:extLst>
          </p:cNvPr>
          <p:cNvCxnSpPr>
            <a:cxnSpLocks/>
          </p:cNvCxnSpPr>
          <p:nvPr/>
        </p:nvCxnSpPr>
        <p:spPr>
          <a:xfrm>
            <a:off x="1365677" y="4393548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59F57D28-CDA1-874B-0168-73B3FBD063F8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1446551" y="3417343"/>
            <a:ext cx="529102" cy="2539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/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E1A97F44-0297-09B0-DD3A-C89310539550}"/>
              </a:ext>
            </a:extLst>
          </p:cNvPr>
          <p:cNvCxnSpPr>
            <a:cxnSpLocks/>
          </p:cNvCxnSpPr>
          <p:nvPr/>
        </p:nvCxnSpPr>
        <p:spPr>
          <a:xfrm flipH="1" flipV="1">
            <a:off x="1347871" y="4429317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732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20F15-5684-A4D8-58AA-B3C4C16F0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CAF551B-8F5F-03FD-2573-FCCEF962E308}"/>
              </a:ext>
            </a:extLst>
          </p:cNvPr>
          <p:cNvCxnSpPr>
            <a:cxnSpLocks/>
          </p:cNvCxnSpPr>
          <p:nvPr/>
        </p:nvCxnSpPr>
        <p:spPr>
          <a:xfrm flipV="1">
            <a:off x="1808671" y="402553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25ED1C64-8535-90DE-4286-6176E505F67E}"/>
              </a:ext>
            </a:extLst>
          </p:cNvPr>
          <p:cNvCxnSpPr>
            <a:cxnSpLocks/>
          </p:cNvCxnSpPr>
          <p:nvPr/>
        </p:nvCxnSpPr>
        <p:spPr>
          <a:xfrm flipH="1" flipV="1">
            <a:off x="5685346" y="402553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1FA2892-ACC2-F2B7-7538-CFEC65D66FF1}"/>
              </a:ext>
            </a:extLst>
          </p:cNvPr>
          <p:cNvCxnSpPr>
            <a:cxnSpLocks/>
          </p:cNvCxnSpPr>
          <p:nvPr/>
        </p:nvCxnSpPr>
        <p:spPr>
          <a:xfrm flipH="1">
            <a:off x="3885121" y="4174453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93FE19E2-A601-7BDC-2095-03A97E9ABFCE}"/>
              </a:ext>
            </a:extLst>
          </p:cNvPr>
          <p:cNvCxnSpPr>
            <a:cxnSpLocks/>
          </p:cNvCxnSpPr>
          <p:nvPr/>
        </p:nvCxnSpPr>
        <p:spPr>
          <a:xfrm flipH="1" flipV="1">
            <a:off x="2951671" y="3050503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A4C6D637-CFD8-E119-19E6-F62AE41A03A1}"/>
              </a:ext>
            </a:extLst>
          </p:cNvPr>
          <p:cNvCxnSpPr/>
          <p:nvPr/>
        </p:nvCxnSpPr>
        <p:spPr>
          <a:xfrm>
            <a:off x="5685346" y="402553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86BC306-96B1-4A85-5AEA-C16D35EC343C}"/>
              </a:ext>
            </a:extLst>
          </p:cNvPr>
          <p:cNvCxnSpPr>
            <a:cxnSpLocks/>
          </p:cNvCxnSpPr>
          <p:nvPr/>
        </p:nvCxnSpPr>
        <p:spPr>
          <a:xfrm>
            <a:off x="1808671" y="4174453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/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/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/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blipFill>
                <a:blip r:embed="rId4"/>
                <a:stretch>
                  <a:fillRect l="-2027" r="-2703"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A8C119FA-BF57-B95D-97FF-1FD8DB4D6CAC}"/>
              </a:ext>
            </a:extLst>
          </p:cNvPr>
          <p:cNvSpPr/>
          <p:nvPr/>
        </p:nvSpPr>
        <p:spPr>
          <a:xfrm>
            <a:off x="8812224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E50CBD4-5DA2-8318-A7DA-9A56B8BC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521" y="4663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6B73F80-4963-D11D-26C4-773529ECFE39}"/>
              </a:ext>
            </a:extLst>
          </p:cNvPr>
          <p:cNvCxnSpPr>
            <a:cxnSpLocks/>
          </p:cNvCxnSpPr>
          <p:nvPr/>
        </p:nvCxnSpPr>
        <p:spPr>
          <a:xfrm flipH="1" flipV="1">
            <a:off x="3418396" y="2975866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DEFF9B1-07B6-54E0-F3BC-7C5EA1FF9FAD}"/>
              </a:ext>
            </a:extLst>
          </p:cNvPr>
          <p:cNvCxnSpPr>
            <a:cxnSpLocks/>
          </p:cNvCxnSpPr>
          <p:nvPr/>
        </p:nvCxnSpPr>
        <p:spPr>
          <a:xfrm flipH="1" flipV="1">
            <a:off x="2821707" y="3548476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4DFB31F-4654-1064-4AB1-B78F1F858332}"/>
              </a:ext>
            </a:extLst>
          </p:cNvPr>
          <p:cNvCxnSpPr>
            <a:cxnSpLocks/>
          </p:cNvCxnSpPr>
          <p:nvPr/>
        </p:nvCxnSpPr>
        <p:spPr>
          <a:xfrm flipH="1">
            <a:off x="4197028" y="3875805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191D7-C60A-8091-8A24-9EC365866966}"/>
              </a:ext>
            </a:extLst>
          </p:cNvPr>
          <p:cNvCxnSpPr>
            <a:cxnSpLocks/>
          </p:cNvCxnSpPr>
          <p:nvPr/>
        </p:nvCxnSpPr>
        <p:spPr>
          <a:xfrm flipH="1">
            <a:off x="3403257" y="786028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94DE2A1-BFC8-7BC9-7957-4FEB8089CD7B}"/>
              </a:ext>
            </a:extLst>
          </p:cNvPr>
          <p:cNvCxnSpPr>
            <a:cxnSpLocks/>
          </p:cNvCxnSpPr>
          <p:nvPr/>
        </p:nvCxnSpPr>
        <p:spPr>
          <a:xfrm flipH="1">
            <a:off x="2143378" y="3548476"/>
            <a:ext cx="665967" cy="65624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/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/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D992D48E-5002-72D2-BC92-BAC83EF3A757}"/>
              </a:ext>
            </a:extLst>
          </p:cNvPr>
          <p:cNvCxnSpPr>
            <a:cxnSpLocks/>
          </p:cNvCxnSpPr>
          <p:nvPr/>
        </p:nvCxnSpPr>
        <p:spPr>
          <a:xfrm flipH="1">
            <a:off x="3659357" y="4434181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/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4672AE56-E0A4-5E8B-747D-1D772FF8A70F}"/>
              </a:ext>
            </a:extLst>
          </p:cNvPr>
          <p:cNvCxnSpPr>
            <a:cxnSpLocks/>
          </p:cNvCxnSpPr>
          <p:nvPr/>
        </p:nvCxnSpPr>
        <p:spPr>
          <a:xfrm flipH="1" flipV="1">
            <a:off x="3659357" y="4566575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/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369DF80-1B29-0F73-D10A-5B0E79DA3FAD}"/>
              </a:ext>
            </a:extLst>
          </p:cNvPr>
          <p:cNvCxnSpPr>
            <a:cxnSpLocks/>
          </p:cNvCxnSpPr>
          <p:nvPr/>
        </p:nvCxnSpPr>
        <p:spPr>
          <a:xfrm>
            <a:off x="5690650" y="819815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/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/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F4F2B67-0048-F5DA-3549-184E5DD2B888}"/>
              </a:ext>
            </a:extLst>
          </p:cNvPr>
          <p:cNvCxnSpPr>
            <a:cxnSpLocks/>
          </p:cNvCxnSpPr>
          <p:nvPr/>
        </p:nvCxnSpPr>
        <p:spPr>
          <a:xfrm flipH="1">
            <a:off x="6054782" y="4174453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4FEDA7F-3322-BC82-63EF-40DE4F4E6751}"/>
              </a:ext>
            </a:extLst>
          </p:cNvPr>
          <p:cNvCxnSpPr>
            <a:cxnSpLocks/>
          </p:cNvCxnSpPr>
          <p:nvPr/>
        </p:nvCxnSpPr>
        <p:spPr>
          <a:xfrm flipH="1" flipV="1">
            <a:off x="1808671" y="4174453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/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448EE72-94B1-A367-3B1E-F337EE6D5FA4}"/>
              </a:ext>
            </a:extLst>
          </p:cNvPr>
          <p:cNvCxnSpPr>
            <a:cxnSpLocks/>
          </p:cNvCxnSpPr>
          <p:nvPr/>
        </p:nvCxnSpPr>
        <p:spPr>
          <a:xfrm flipH="1">
            <a:off x="6045257" y="4442832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/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/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15D0022-E8F5-BADF-2C17-D9C74A32CECC}"/>
              </a:ext>
            </a:extLst>
          </p:cNvPr>
          <p:cNvCxnSpPr>
            <a:cxnSpLocks/>
          </p:cNvCxnSpPr>
          <p:nvPr/>
        </p:nvCxnSpPr>
        <p:spPr>
          <a:xfrm>
            <a:off x="2193823" y="4204722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A8D62753-8643-234A-E268-2C3B282AA7DB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2879493" y="3566938"/>
            <a:ext cx="205015" cy="302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/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07ADD47B-D2EE-BDCA-5DBA-9A3A379308EF}"/>
              </a:ext>
            </a:extLst>
          </p:cNvPr>
          <p:cNvCxnSpPr>
            <a:cxnSpLocks/>
          </p:cNvCxnSpPr>
          <p:nvPr/>
        </p:nvCxnSpPr>
        <p:spPr>
          <a:xfrm flipH="1" flipV="1">
            <a:off x="2176017" y="4240491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1AFBF67-01A4-09DF-9EF2-91D493B0C825}"/>
              </a:ext>
            </a:extLst>
          </p:cNvPr>
          <p:cNvCxnSpPr>
            <a:cxnSpLocks/>
          </p:cNvCxnSpPr>
          <p:nvPr/>
        </p:nvCxnSpPr>
        <p:spPr>
          <a:xfrm>
            <a:off x="5717531" y="72784"/>
            <a:ext cx="3796865" cy="3768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256049-B562-58C5-5F0A-A04552986683}"/>
              </a:ext>
            </a:extLst>
          </p:cNvPr>
          <p:cNvCxnSpPr>
            <a:cxnSpLocks/>
          </p:cNvCxnSpPr>
          <p:nvPr/>
        </p:nvCxnSpPr>
        <p:spPr>
          <a:xfrm flipV="1">
            <a:off x="1738523" y="56846"/>
            <a:ext cx="3927434" cy="38189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46">
            <a:extLst>
              <a:ext uri="{FF2B5EF4-FFF2-40B4-BE49-F238E27FC236}">
                <a16:creationId xmlns:a16="http://schemas.microsoft.com/office/drawing/2014/main" id="{E58AE1F5-966D-4D50-5BBC-DF2216ECA161}"/>
              </a:ext>
            </a:extLst>
          </p:cNvPr>
          <p:cNvCxnSpPr>
            <a:cxnSpLocks/>
          </p:cNvCxnSpPr>
          <p:nvPr/>
        </p:nvCxnSpPr>
        <p:spPr>
          <a:xfrm flipH="1" flipV="1">
            <a:off x="5717532" y="940333"/>
            <a:ext cx="252465" cy="59085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/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/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D0CC6F69-B0E6-D46A-3EE1-A94271B72AEB}"/>
              </a:ext>
            </a:extLst>
          </p:cNvPr>
          <p:cNvCxnSpPr>
            <a:cxnSpLocks/>
          </p:cNvCxnSpPr>
          <p:nvPr/>
        </p:nvCxnSpPr>
        <p:spPr>
          <a:xfrm flipH="1" flipV="1">
            <a:off x="9533785" y="3868731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/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AD49618-4522-2226-27B4-15B48E4E9D5D}"/>
              </a:ext>
            </a:extLst>
          </p:cNvPr>
          <p:cNvCxnSpPr>
            <a:cxnSpLocks/>
          </p:cNvCxnSpPr>
          <p:nvPr/>
        </p:nvCxnSpPr>
        <p:spPr>
          <a:xfrm flipV="1">
            <a:off x="6145190" y="4405997"/>
            <a:ext cx="3359681" cy="2322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/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5E49B8D-4037-87DD-6DB6-6BF0D7329248}"/>
              </a:ext>
            </a:extLst>
          </p:cNvPr>
          <p:cNvCxnSpPr>
            <a:cxnSpLocks/>
          </p:cNvCxnSpPr>
          <p:nvPr/>
        </p:nvCxnSpPr>
        <p:spPr>
          <a:xfrm flipH="1" flipV="1">
            <a:off x="9456481" y="4399608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CD1DDFC-BD40-1A02-1599-FB99DF166E23}"/>
              </a:ext>
            </a:extLst>
          </p:cNvPr>
          <p:cNvCxnSpPr>
            <a:cxnSpLocks/>
          </p:cNvCxnSpPr>
          <p:nvPr/>
        </p:nvCxnSpPr>
        <p:spPr>
          <a:xfrm flipH="1">
            <a:off x="10139599" y="3890939"/>
            <a:ext cx="21332" cy="5308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/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/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D489D62E-814A-7BAD-9EEC-441C726C3B2F}"/>
              </a:ext>
            </a:extLst>
          </p:cNvPr>
          <p:cNvCxnSpPr>
            <a:cxnSpLocks/>
          </p:cNvCxnSpPr>
          <p:nvPr/>
        </p:nvCxnSpPr>
        <p:spPr>
          <a:xfrm>
            <a:off x="1783307" y="4441730"/>
            <a:ext cx="4218780" cy="233869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453B225E-9828-D65E-686C-2CA526A91A5B}"/>
              </a:ext>
            </a:extLst>
          </p:cNvPr>
          <p:cNvCxnSpPr>
            <a:cxnSpLocks/>
          </p:cNvCxnSpPr>
          <p:nvPr/>
        </p:nvCxnSpPr>
        <p:spPr>
          <a:xfrm flipH="1">
            <a:off x="1037623" y="3886414"/>
            <a:ext cx="673644" cy="22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A0FDA9-9B8A-32B7-4188-FD0FB7F0AB26}"/>
              </a:ext>
            </a:extLst>
          </p:cNvPr>
          <p:cNvCxnSpPr>
            <a:cxnSpLocks/>
          </p:cNvCxnSpPr>
          <p:nvPr/>
        </p:nvCxnSpPr>
        <p:spPr>
          <a:xfrm flipH="1" flipV="1">
            <a:off x="1050856" y="4312519"/>
            <a:ext cx="732451" cy="12921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A9AD369-2DF8-4056-5808-183737D40852}"/>
              </a:ext>
            </a:extLst>
          </p:cNvPr>
          <p:cNvCxnSpPr/>
          <p:nvPr/>
        </p:nvCxnSpPr>
        <p:spPr>
          <a:xfrm>
            <a:off x="1037623" y="4111280"/>
            <a:ext cx="0" cy="2012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/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/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14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1A41B-498C-8586-C0E0-85C20E1E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F5B38B-93EF-73EA-B017-80D675E0D8F0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7C41E384-FCAB-84B9-07FE-C3F2AE83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6D4F985-364B-77A5-6336-0EFB9EC3FCB4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9549752-D82A-DDA5-C6ED-3FC1F663279B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8B50CB-907F-868F-A3D2-DD535CC01F78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674EF06-11DF-B8EF-ED9A-6DF3F275132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DDFA69D-E37B-1F8C-4F0E-8C2D31BAD98E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CD0455A-E4F6-79A4-E419-C9D3A9E2B777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D7764FF-6BF9-9227-004E-A57E7870538D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4463FBD-4D7B-4BE2-6875-E011F2E1C506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98A0774-4477-4E09-CD2D-BF3F8D8E6F8A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FCF2F46-3A08-C592-49A7-E947AF5672DD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4A8C9-E212-472A-1C23-83210759555D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952AFC3-0143-48D3-EB51-6A0668F3A3C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CBF3AE1-DB93-FB9B-CE0B-C949A9EED01D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0AEF86F-4E57-86F3-BAA3-0FBB1B70C267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2E6CD64-B294-F1B9-1C4B-40BBC9C1F62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B0BDE65-0B2B-6125-B8B8-33C3FF33422C}"/>
              </a:ext>
            </a:extLst>
          </p:cNvPr>
          <p:cNvCxnSpPr>
            <a:cxnSpLocks/>
          </p:cNvCxnSpPr>
          <p:nvPr/>
        </p:nvCxnSpPr>
        <p:spPr>
          <a:xfrm flipH="1">
            <a:off x="2386945" y="1033398"/>
            <a:ext cx="4010158" cy="22237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B4F9676-F7DA-7FDC-0196-66C4735A890C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624C3B5-82CE-AD2F-61F7-D89EFF6C592B}"/>
              </a:ext>
            </a:extLst>
          </p:cNvPr>
          <p:cNvCxnSpPr>
            <a:cxnSpLocks/>
          </p:cNvCxnSpPr>
          <p:nvPr/>
        </p:nvCxnSpPr>
        <p:spPr>
          <a:xfrm flipV="1">
            <a:off x="1701800" y="3259290"/>
            <a:ext cx="670125" cy="100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5594108-02ED-D241-3B76-49FA60AA0C5D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7E2B7EC-B335-0174-BD98-E8CC21028133}"/>
              </a:ext>
            </a:extLst>
          </p:cNvPr>
          <p:cNvCxnSpPr>
            <a:cxnSpLocks/>
          </p:cNvCxnSpPr>
          <p:nvPr/>
        </p:nvCxnSpPr>
        <p:spPr>
          <a:xfrm>
            <a:off x="5665508" y="3101900"/>
            <a:ext cx="3475184" cy="279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B8630BC-2E95-AC9E-48A9-5B64ED3A7977}"/>
              </a:ext>
            </a:extLst>
          </p:cNvPr>
          <p:cNvCxnSpPr>
            <a:cxnSpLocks/>
          </p:cNvCxnSpPr>
          <p:nvPr/>
        </p:nvCxnSpPr>
        <p:spPr>
          <a:xfrm>
            <a:off x="5506907" y="3636633"/>
            <a:ext cx="3633785" cy="335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A8C18EE-7F04-ED9E-28C2-B883E7616D5E}"/>
              </a:ext>
            </a:extLst>
          </p:cNvPr>
          <p:cNvCxnSpPr>
            <a:cxnSpLocks/>
          </p:cNvCxnSpPr>
          <p:nvPr/>
        </p:nvCxnSpPr>
        <p:spPr>
          <a:xfrm flipH="1">
            <a:off x="2682056" y="2455834"/>
            <a:ext cx="1738732" cy="919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3E47A7-FC31-FFBE-DD3C-20FE750DB131}"/>
              </a:ext>
            </a:extLst>
          </p:cNvPr>
          <p:cNvCxnSpPr>
            <a:cxnSpLocks/>
          </p:cNvCxnSpPr>
          <p:nvPr/>
        </p:nvCxnSpPr>
        <p:spPr>
          <a:xfrm flipH="1" flipV="1">
            <a:off x="2671342" y="3388356"/>
            <a:ext cx="3424658" cy="22656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77EC78E-BE3B-7F12-09A2-981D3EED48FE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D6B22EC-508D-D02B-E7C0-87C9D44F77CB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444996" cy="22200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92010FDA-A040-00DE-2ECE-4B2F10EC6D8A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27D2F9FB-5FFE-9013-A11A-53EA571D1571}"/>
              </a:ext>
            </a:extLst>
          </p:cNvPr>
          <p:cNvCxnSpPr>
            <a:cxnSpLocks/>
          </p:cNvCxnSpPr>
          <p:nvPr/>
        </p:nvCxnSpPr>
        <p:spPr>
          <a:xfrm flipV="1">
            <a:off x="6113295" y="3500583"/>
            <a:ext cx="3838115" cy="25766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EBDE13F-36D0-3BDF-5061-27E6AFD0059B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C630942-3956-F253-E452-278F112EEFE1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0BF16BAB-B296-CD20-557D-F76E877038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6C802B-1B37-31D8-1DA6-B2B85B2B2950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39A0A3-2692-A988-B653-3AFA6D104BA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B595E2D1-0CBC-5F1C-7320-A97E0ACA6BAD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9022F60-2DFE-64B1-8F6F-2723865CFFAA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E24504-9821-E1AF-ED11-7C2EAC36046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B86E169F-DE2A-7770-B374-6A983BF6EA9A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F30B511-F48E-667C-2057-683B732CAE2E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209FB0DC-2564-A4DF-69C9-9C642953BA84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4826089D-DC65-9061-9935-2F80AB28A845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1F9B402-AEBC-D1A0-B1A1-4300754B7F9B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4740AE-D204-D824-83D5-E95A63E9D4A6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CA9038-76E7-CD58-657C-ED3813B14434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1D6CB4-A6C9-091F-1436-62A740A6AE62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A978689-ECDE-DC91-4092-BB36ED712D0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448604E-982A-EC4F-F0C9-417DCCC7FEA7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6AE3E8-05B7-6719-0F74-1CF61BEE8F1F}"/>
              </a:ext>
            </a:extLst>
          </p:cNvPr>
          <p:cNvCxnSpPr>
            <a:cxnSpLocks/>
          </p:cNvCxnSpPr>
          <p:nvPr/>
        </p:nvCxnSpPr>
        <p:spPr>
          <a:xfrm>
            <a:off x="9859284" y="3252817"/>
            <a:ext cx="4659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17DB31-E9C5-EB2F-0BF3-EFE0E97BA8B4}"/>
              </a:ext>
            </a:extLst>
          </p:cNvPr>
          <p:cNvCxnSpPr>
            <a:cxnSpLocks/>
          </p:cNvCxnSpPr>
          <p:nvPr/>
        </p:nvCxnSpPr>
        <p:spPr>
          <a:xfrm>
            <a:off x="9916510" y="3501138"/>
            <a:ext cx="3913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9F1AA9-961C-7E21-AB31-48CED47AC58E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7C538B-B5F5-FCE1-13DD-DCC03B95004C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844735-0E8E-56B1-2F79-91501C560EC1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E7DAD98-8C9B-650E-8D0A-B1B239A203F6}"/>
              </a:ext>
            </a:extLst>
          </p:cNvPr>
          <p:cNvCxnSpPr>
            <a:cxnSpLocks/>
          </p:cNvCxnSpPr>
          <p:nvPr/>
        </p:nvCxnSpPr>
        <p:spPr>
          <a:xfrm>
            <a:off x="2509523" y="3216888"/>
            <a:ext cx="156927" cy="15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A9299A-6E42-9574-09BA-E7FF7E03E6F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C3FD69-7955-405C-8330-02B17A06108D}"/>
              </a:ext>
            </a:extLst>
          </p:cNvPr>
          <p:cNvCxnSpPr>
            <a:cxnSpLocks/>
          </p:cNvCxnSpPr>
          <p:nvPr/>
        </p:nvCxnSpPr>
        <p:spPr>
          <a:xfrm flipH="1">
            <a:off x="2444146" y="3407892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05D531-C6BC-94EE-0ACA-BA46CFDC81A2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FACEC1F-2F8D-C4D0-3E9F-EFA612494B6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6EA43FD-80B1-6640-7E92-DBAEC33C78D9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DC2FBB0-10B2-33DA-847B-B02CE991AB9D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CF49F0-5B6C-CABB-8BC6-EAC8D774DBBD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93F456-14E5-62A3-C145-1EE0FB2E8A7C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7C9E3E8-23CC-B315-676F-D84513BF5939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41B1BF7-64BB-8198-220E-4E5AA8550F2C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4487071-9032-950B-18BB-3DCF0624B8DB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CD2C0-EE94-47A1-3B91-CB6BAD5A9CEC}"/>
              </a:ext>
            </a:extLst>
          </p:cNvPr>
          <p:cNvCxnSpPr>
            <a:cxnSpLocks/>
          </p:cNvCxnSpPr>
          <p:nvPr/>
        </p:nvCxnSpPr>
        <p:spPr>
          <a:xfrm flipV="1">
            <a:off x="2458507" y="3388356"/>
            <a:ext cx="7060052" cy="39906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461DFD-64A2-0EF3-FBCD-707AFE462D5E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76D419-D947-6500-0946-0CAAB4A2F04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F1DAA72-2B06-F97C-89CF-483C1E65E57F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F8DB49-A0C9-5A56-B622-18F60C241D18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56D1C0-1643-E31A-8AA9-5963150D3CF8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EF63314-1347-B4AE-8E94-9D63AE136B1C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C7B4432-23C4-D8FA-CAC3-532968C6A00B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C12C7B1-509E-926C-9D41-4721FF54D834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Connector 51">
            <a:extLst>
              <a:ext uri="{FF2B5EF4-FFF2-40B4-BE49-F238E27FC236}">
                <a16:creationId xmlns:a16="http://schemas.microsoft.com/office/drawing/2014/main" id="{E5351E44-C512-3C50-6CC3-C5956410B477}"/>
              </a:ext>
            </a:extLst>
          </p:cNvPr>
          <p:cNvCxnSpPr>
            <a:cxnSpLocks/>
          </p:cNvCxnSpPr>
          <p:nvPr/>
        </p:nvCxnSpPr>
        <p:spPr>
          <a:xfrm>
            <a:off x="4883620" y="2211856"/>
            <a:ext cx="810044" cy="8893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51">
            <a:extLst>
              <a:ext uri="{FF2B5EF4-FFF2-40B4-BE49-F238E27FC236}">
                <a16:creationId xmlns:a16="http://schemas.microsoft.com/office/drawing/2014/main" id="{E02FCF8A-9F38-0104-6B82-4A3FA18F9E31}"/>
              </a:ext>
            </a:extLst>
          </p:cNvPr>
          <p:cNvCxnSpPr>
            <a:cxnSpLocks/>
          </p:cNvCxnSpPr>
          <p:nvPr/>
        </p:nvCxnSpPr>
        <p:spPr>
          <a:xfrm>
            <a:off x="4429665" y="2451772"/>
            <a:ext cx="1099413" cy="12001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56">
            <a:extLst>
              <a:ext uri="{FF2B5EF4-FFF2-40B4-BE49-F238E27FC236}">
                <a16:creationId xmlns:a16="http://schemas.microsoft.com/office/drawing/2014/main" id="{A9EF746C-370E-DFC4-DFC6-8863861009BF}"/>
              </a:ext>
            </a:extLst>
          </p:cNvPr>
          <p:cNvCxnSpPr>
            <a:cxnSpLocks/>
          </p:cNvCxnSpPr>
          <p:nvPr/>
        </p:nvCxnSpPr>
        <p:spPr>
          <a:xfrm flipH="1">
            <a:off x="4887257" y="1390239"/>
            <a:ext cx="1509774" cy="8227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51">
            <a:extLst>
              <a:ext uri="{FF2B5EF4-FFF2-40B4-BE49-F238E27FC236}">
                <a16:creationId xmlns:a16="http://schemas.microsoft.com/office/drawing/2014/main" id="{A821927F-186E-FFA7-7911-35DE5D1980E6}"/>
              </a:ext>
            </a:extLst>
          </p:cNvPr>
          <p:cNvCxnSpPr>
            <a:cxnSpLocks/>
          </p:cNvCxnSpPr>
          <p:nvPr/>
        </p:nvCxnSpPr>
        <p:spPr>
          <a:xfrm>
            <a:off x="3284142" y="3092149"/>
            <a:ext cx="2377326" cy="1654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1">
            <a:extLst>
              <a:ext uri="{FF2B5EF4-FFF2-40B4-BE49-F238E27FC236}">
                <a16:creationId xmlns:a16="http://schemas.microsoft.com/office/drawing/2014/main" id="{BAA632A0-C5D8-0587-AD02-6058984B7393}"/>
              </a:ext>
            </a:extLst>
          </p:cNvPr>
          <p:cNvCxnSpPr>
            <a:cxnSpLocks/>
          </p:cNvCxnSpPr>
          <p:nvPr/>
        </p:nvCxnSpPr>
        <p:spPr>
          <a:xfrm>
            <a:off x="3030933" y="3619043"/>
            <a:ext cx="2499249" cy="181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056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98DB-CD55-3E89-B11A-B54E4C556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DF8B29B-1A92-EB1A-2AE8-4938498281DC}"/>
              </a:ext>
            </a:extLst>
          </p:cNvPr>
          <p:cNvSpPr/>
          <p:nvPr/>
        </p:nvSpPr>
        <p:spPr>
          <a:xfrm>
            <a:off x="6859712" y="1238894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EB39FD3-ED27-96F1-C405-5855382AE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711" y="131167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942CD7A-43F7-3706-DEF5-13394BA027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8B144F81-04C7-86B8-EB55-EA01C50BF6DB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63FED96-B87B-EAB7-38CC-D38B87236D09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/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91F4FED-E38B-2139-E703-AB6AA22FEB11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2331A00-FFB3-49F6-FE32-20562E25D32D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9D40D36-7D68-07F3-2C57-5877EA282ABD}"/>
              </a:ext>
            </a:extLst>
          </p:cNvPr>
          <p:cNvCxnSpPr/>
          <p:nvPr/>
        </p:nvCxnSpPr>
        <p:spPr>
          <a:xfrm flipV="1">
            <a:off x="5489809" y="2988297"/>
            <a:ext cx="0" cy="7928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/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289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F6D4-3B3F-7DE6-3613-2FE730D6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0A7D401B-5C2F-8E9A-0798-1F6891E19570}"/>
              </a:ext>
            </a:extLst>
          </p:cNvPr>
          <p:cNvSpPr/>
          <p:nvPr/>
        </p:nvSpPr>
        <p:spPr>
          <a:xfrm>
            <a:off x="668759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0ACCA7D-AE07-E203-5BA8-4FE59D35A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759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5C40615A-CC64-9E53-01A3-444316A69B79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0193756-FE8A-D487-72A5-D0C0C4A18762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32629C9-B58F-7492-10A6-59B6026FFB04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/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806A84-CBCD-AD15-0E86-280EBFAB5BA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1A9E85-8D11-3FAD-4096-9D8C2E4DB86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DA3C897-F57A-25EA-E1CF-1197C3B30E8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424168-5410-0681-1D28-3F86FAD09EBA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08E5517-3496-EF2B-B72A-E777A8D15CE7}"/>
              </a:ext>
            </a:extLst>
          </p:cNvPr>
          <p:cNvCxnSpPr>
            <a:cxnSpLocks/>
          </p:cNvCxnSpPr>
          <p:nvPr/>
        </p:nvCxnSpPr>
        <p:spPr>
          <a:xfrm flipH="1">
            <a:off x="3431357" y="3602906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/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87EC7F0-E279-D0F5-B57B-4FB8FD4A5ED5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0DF28-C60F-A723-3E7F-E38FB3B484F6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57BCA5A-11C2-EF9A-29D3-572F58003C12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6DAA6EF-DF9B-2CF0-7508-D0C1D8E34CA4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662C834-4652-318E-9865-42D00A59182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672410A-F452-2FDA-9E5A-59376297A2CB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F0A629A-26E5-9A81-3B9A-C9FBEC0C95A9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224DF11F-CF3A-1D1A-28F0-2A63B3015575}"/>
              </a:ext>
            </a:extLst>
          </p:cNvPr>
          <p:cNvCxnSpPr>
            <a:cxnSpLocks/>
          </p:cNvCxnSpPr>
          <p:nvPr/>
        </p:nvCxnSpPr>
        <p:spPr>
          <a:xfrm flipH="1">
            <a:off x="2424339" y="3638784"/>
            <a:ext cx="412164" cy="1113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2844F3A-5B9B-9059-CAE7-00F4DE7BBFB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20148"/>
            <a:ext cx="493062" cy="4847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3A5DCF3-0DE2-89A0-88E7-C7B812AE6519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32F7AE4-B7E9-3020-D037-F6AC4F09E9A4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8803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5ADF23E8-24A7-D397-6896-B79E1D936120}"/>
              </a:ext>
            </a:extLst>
          </p:cNvPr>
          <p:cNvCxnSpPr>
            <a:cxnSpLocks/>
          </p:cNvCxnSpPr>
          <p:nvPr/>
        </p:nvCxnSpPr>
        <p:spPr>
          <a:xfrm flipV="1">
            <a:off x="8021554" y="3865090"/>
            <a:ext cx="443158" cy="9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934CB2B1-3735-F650-B46D-72B6D1A6BDA5}"/>
              </a:ext>
            </a:extLst>
          </p:cNvPr>
          <p:cNvCxnSpPr>
            <a:cxnSpLocks/>
          </p:cNvCxnSpPr>
          <p:nvPr/>
        </p:nvCxnSpPr>
        <p:spPr>
          <a:xfrm flipV="1">
            <a:off x="5440667" y="2857447"/>
            <a:ext cx="0" cy="919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/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blipFill>
                <a:blip r:embed="rId2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A4A772BC-F1CF-6DFD-8FD9-8C5592CCB321}"/>
              </a:ext>
            </a:extLst>
          </p:cNvPr>
          <p:cNvCxnSpPr>
            <a:cxnSpLocks/>
          </p:cNvCxnSpPr>
          <p:nvPr/>
        </p:nvCxnSpPr>
        <p:spPr>
          <a:xfrm flipH="1">
            <a:off x="5690494" y="3604705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396A2148-FA0F-1B7A-549A-7CD72F0A5B40}"/>
              </a:ext>
            </a:extLst>
          </p:cNvPr>
          <p:cNvCxnSpPr>
            <a:cxnSpLocks/>
          </p:cNvCxnSpPr>
          <p:nvPr/>
        </p:nvCxnSpPr>
        <p:spPr>
          <a:xfrm flipV="1">
            <a:off x="5267826" y="2777054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1090F88C-504A-0E1F-9B0D-9A29E6C60935}"/>
              </a:ext>
            </a:extLst>
          </p:cNvPr>
          <p:cNvCxnSpPr>
            <a:cxnSpLocks/>
          </p:cNvCxnSpPr>
          <p:nvPr/>
        </p:nvCxnSpPr>
        <p:spPr>
          <a:xfrm flipV="1">
            <a:off x="5608141" y="2778010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FEACA634-DA97-AF19-BE36-883A923F495A}"/>
              </a:ext>
            </a:extLst>
          </p:cNvPr>
          <p:cNvCxnSpPr>
            <a:cxnSpLocks/>
          </p:cNvCxnSpPr>
          <p:nvPr/>
        </p:nvCxnSpPr>
        <p:spPr>
          <a:xfrm>
            <a:off x="5280730" y="2775728"/>
            <a:ext cx="31987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/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/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/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/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/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DE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2B1AAD2F-2E6B-D0CF-5A73-6CC53005E59D}"/>
              </a:ext>
            </a:extLst>
          </p:cNvPr>
          <p:cNvCxnSpPr/>
          <p:nvPr/>
        </p:nvCxnSpPr>
        <p:spPr>
          <a:xfrm>
            <a:off x="5257586" y="2699435"/>
            <a:ext cx="31987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64">
            <a:extLst>
              <a:ext uri="{FF2B5EF4-FFF2-40B4-BE49-F238E27FC236}">
                <a16:creationId xmlns:a16="http://schemas.microsoft.com/office/drawing/2014/main" id="{2B9CF1D2-71DC-AFC5-9D6F-692622D3E62B}"/>
              </a:ext>
            </a:extLst>
          </p:cNvPr>
          <p:cNvCxnSpPr>
            <a:cxnSpLocks/>
          </p:cNvCxnSpPr>
          <p:nvPr/>
        </p:nvCxnSpPr>
        <p:spPr>
          <a:xfrm>
            <a:off x="8480470" y="373277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7198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E67A9-C193-3026-2727-7CAD9AF8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46283A3E-FF0A-936F-C1FB-57FB71C6B32B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D0985EF-6A39-4BDA-F98E-DE7EA3016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4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49500E45-B7C3-9EC8-C27F-EBA53C137E33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D0CF33F-C382-F672-202D-04FE3B10E271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5B8A1EC0-3640-574B-BBA7-F0A6FB47313E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BC02E1B-9E82-C3BE-D657-62EFBA032A7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AE928E4-F624-BE21-9DA9-7230F589EEBF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0C2E51EA-A605-1B73-C8CC-47C1EA7C8158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17BEA72-23D3-1EC2-2105-A939F5BF0653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18D014B-22E8-18E1-DFCC-8D534C5EE866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750726D-0073-951A-AE67-453E0F21E81E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AF3A91C0-03D6-AA97-B3BA-5A5088579DE7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0EBD9A2-B30C-226D-80D5-FA1C805CEF25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420AEAF-DDE6-1FEF-2D14-AC2F3D8DE1F3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21D2179-93CC-7118-8AAF-679AD9169E8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63AAF23-5397-F214-7092-67B7F4A815D6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B1F1989-5DC4-FAB7-3A96-7C4188CC1D45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E004D3ED-B1A0-85AA-A375-A98C881FF099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F10747E-2D0B-6783-0A16-7D94D3C4206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26CF23B6-4B23-50D7-2722-640C0FE5813F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65E26701-7912-3340-F404-51226E2FBE0B}"/>
              </a:ext>
            </a:extLst>
          </p:cNvPr>
          <p:cNvCxnSpPr>
            <a:cxnSpLocks/>
          </p:cNvCxnSpPr>
          <p:nvPr/>
        </p:nvCxnSpPr>
        <p:spPr>
          <a:xfrm>
            <a:off x="8035012" y="3639725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496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67342-F981-F853-F566-8A813B8E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026B5BE-864D-9A11-FDB5-CFB227114334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7CA29D82-5E10-ABC0-0CA2-C5E758FE0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5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DF590A0-28A6-FBCE-DA7A-5B846DFE56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D4A15F5E-ACCB-47D3-E0D1-3949354CE2E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62554BA-EF95-E461-7B32-3ECC9283278D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2179A821-3A63-D881-CFD2-B9BEA81529F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1EED0EA-E2BB-7CBE-AAC6-EC7D6F384795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C0891EA-0487-C63B-7995-A9F9D2019EFB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293FF4C-D360-6421-C0F6-3DE7EE081A21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7F09D35-F2D9-E40B-88AC-03B6FB34C8D7}"/>
              </a:ext>
            </a:extLst>
          </p:cNvPr>
          <p:cNvCxnSpPr>
            <a:cxnSpLocks/>
          </p:cNvCxnSpPr>
          <p:nvPr/>
        </p:nvCxnSpPr>
        <p:spPr>
          <a:xfrm flipH="1" flipV="1">
            <a:off x="2670870" y="3595500"/>
            <a:ext cx="5876782" cy="149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2B4715-F2FB-E6D5-EB51-C3362D441D34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BC78D90-520B-DE6A-A638-ADDD0F05E85B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8F08D7-A5D2-5105-4ED9-AA0E90BE0EE4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41A6DCB3-F7C5-70E4-E866-839792FB59F8}"/>
              </a:ext>
            </a:extLst>
          </p:cNvPr>
          <p:cNvCxnSpPr>
            <a:cxnSpLocks/>
          </p:cNvCxnSpPr>
          <p:nvPr/>
        </p:nvCxnSpPr>
        <p:spPr>
          <a:xfrm flipV="1">
            <a:off x="2639738" y="1283764"/>
            <a:ext cx="2793396" cy="22935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FDCF37-FBD8-20BF-FE5E-121302E39249}"/>
              </a:ext>
            </a:extLst>
          </p:cNvPr>
          <p:cNvCxnSpPr>
            <a:cxnSpLocks/>
          </p:cNvCxnSpPr>
          <p:nvPr/>
        </p:nvCxnSpPr>
        <p:spPr>
          <a:xfrm flipH="1" flipV="1">
            <a:off x="5609389" y="1386282"/>
            <a:ext cx="2590348" cy="22316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/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/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C3BB1E9-B995-85C4-F48D-03B4AA42235B}"/>
              </a:ext>
            </a:extLst>
          </p:cNvPr>
          <p:cNvCxnSpPr>
            <a:cxnSpLocks/>
          </p:cNvCxnSpPr>
          <p:nvPr/>
        </p:nvCxnSpPr>
        <p:spPr>
          <a:xfrm flipV="1">
            <a:off x="5551140" y="3911301"/>
            <a:ext cx="2648597" cy="13561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5D9C2E3-CC5B-8483-42F3-3374DB240D9C}"/>
              </a:ext>
            </a:extLst>
          </p:cNvPr>
          <p:cNvCxnSpPr>
            <a:cxnSpLocks/>
          </p:cNvCxnSpPr>
          <p:nvPr/>
        </p:nvCxnSpPr>
        <p:spPr>
          <a:xfrm flipH="1" flipV="1">
            <a:off x="2629778" y="4038429"/>
            <a:ext cx="2744914" cy="138409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/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/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/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CF110723-0DD4-500D-044C-48445F777783}"/>
              </a:ext>
            </a:extLst>
          </p:cNvPr>
          <p:cNvCxnSpPr>
            <a:cxnSpLocks/>
          </p:cNvCxnSpPr>
          <p:nvPr/>
        </p:nvCxnSpPr>
        <p:spPr>
          <a:xfrm flipH="1">
            <a:off x="2207821" y="3584072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992741B-8B1D-21DB-D67F-D7E8AABD5357}"/>
              </a:ext>
            </a:extLst>
          </p:cNvPr>
          <p:cNvCxnSpPr>
            <a:cxnSpLocks/>
          </p:cNvCxnSpPr>
          <p:nvPr/>
        </p:nvCxnSpPr>
        <p:spPr>
          <a:xfrm flipH="1" flipV="1">
            <a:off x="2227574" y="3912724"/>
            <a:ext cx="367624" cy="10209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F559A6E-B439-AC49-4E8E-C94F26EF9A0C}"/>
              </a:ext>
            </a:extLst>
          </p:cNvPr>
          <p:cNvCxnSpPr>
            <a:cxnSpLocks/>
          </p:cNvCxnSpPr>
          <p:nvPr/>
        </p:nvCxnSpPr>
        <p:spPr>
          <a:xfrm>
            <a:off x="2215682" y="3744219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D79C7817-C966-3CA6-88A9-BB940B841E35}"/>
              </a:ext>
            </a:extLst>
          </p:cNvPr>
          <p:cNvCxnSpPr>
            <a:cxnSpLocks/>
          </p:cNvCxnSpPr>
          <p:nvPr/>
        </p:nvCxnSpPr>
        <p:spPr>
          <a:xfrm>
            <a:off x="8199737" y="3609589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/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/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18C1E4A-C269-CEE6-4C98-1F588D492388}"/>
              </a:ext>
            </a:extLst>
          </p:cNvPr>
          <p:cNvCxnSpPr>
            <a:cxnSpLocks/>
          </p:cNvCxnSpPr>
          <p:nvPr/>
        </p:nvCxnSpPr>
        <p:spPr>
          <a:xfrm flipV="1">
            <a:off x="2960673" y="3062009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5E43C2F-2595-D597-F9FD-1DE343103D25}"/>
              </a:ext>
            </a:extLst>
          </p:cNvPr>
          <p:cNvCxnSpPr/>
          <p:nvPr/>
        </p:nvCxnSpPr>
        <p:spPr>
          <a:xfrm flipH="1" flipV="1">
            <a:off x="2423779" y="3429000"/>
            <a:ext cx="171419" cy="148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4D02C540-10C3-A967-91CE-34DFA6C8F8E9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2277198" y="4038429"/>
            <a:ext cx="266439" cy="2532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AE2E7D4A-DC42-94CD-42F4-7FFE5C1EE55E}"/>
              </a:ext>
            </a:extLst>
          </p:cNvPr>
          <p:cNvCxnSpPr>
            <a:cxnSpLocks/>
          </p:cNvCxnSpPr>
          <p:nvPr/>
        </p:nvCxnSpPr>
        <p:spPr>
          <a:xfrm flipV="1">
            <a:off x="7988763" y="3063225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/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0770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EB69A-2ACA-56A9-E2EB-3CB273C36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94F8006-FF0B-62A5-FA45-59C6D6D229F8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C3192CB-7BFD-3E3F-D9F8-FBF68BE16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2A3DB0A-7F8D-5CF9-1284-20CAD510D268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C88EA5F-AB9D-0881-D2DC-687910CFC39F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B8FB771-E373-4891-F3D1-0958F36143B1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C7FDEE3-5A97-7248-5736-6D0F5E33497B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C7FDEE3-5A97-7248-5736-6D0F5E334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1139CB0B-F2A6-0EA4-A2D9-3DFB5F6DEB2E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46C425-7F18-ACB0-197C-395F47E8206F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83BE9A5-5EA4-AD48-BAA2-A3805B46876E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83BE9A5-5EA4-AD48-BAA2-A3805B468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43FE3639-EB46-E993-DE52-44FE04A9D78C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43FE3639-EB46-E993-DE52-44FE04A9D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6F88E76-EA1E-A0DF-AF37-CE8B4B05BE27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13E7836-F9AA-27A0-6259-261A5383F503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D3455397-3D1B-A646-7367-38DBC3E2CFA5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8AC026EE-16DF-6B7B-F3DC-524B4020F485}"/>
                  </a:ext>
                </a:extLst>
              </p:cNvPr>
              <p:cNvSpPr txBox="1"/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8AC026EE-16DF-6B7B-F3DC-524B4020F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0D321972-C848-79FD-5730-669E688B82C0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0D321972-C848-79FD-5730-669E688B8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2C92D676-03BC-14DA-92D1-2B0D18A02E3A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2C92D676-03BC-14DA-92D1-2B0D18A02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4D51117-BF08-E01E-4689-8A62842CB1A4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EDE56AE-2219-6B45-15E0-7A89636CD645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EA17516-1C1A-96B5-9754-8E6FBD6D577E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D819989-209C-64EC-BC5A-635D5B1B5586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D819989-209C-64EC-BC5A-635D5B1B5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748B3A62-2D64-EDED-8D41-EA9621DBB095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748B3A62-2D64-EDED-8D41-EA9621DBB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93746D37-D297-3009-43EB-B4A7B1B787B1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93746D37-D297-3009-43EB-B4A7B1B78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338864DA-43CC-5FD5-5367-B097B1B0F785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EDB110F-FC87-3C45-8DD3-A9AC2B9B8FF8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49FDA493-400F-DF9B-CDA0-40794616D511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49FDA493-400F-DF9B-CDA0-40794616D5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9FA0CD5-7A5D-8FF0-527D-2BE33D30D963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9FA0CD5-7A5D-8FF0-527D-2BE33D30D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B0B59B7F-B015-3A64-65A5-DBC418C740F0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05048414-00E3-0102-1B43-2483704185D3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AB0E67DE-D496-92CB-9A56-1329BF2DFEF7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AB0E67DE-D496-92CB-9A56-1329BF2DF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46A026F0-92E3-947D-D355-6227E80C931C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46A026F0-92E3-947D-D355-6227E80C93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C5CF808D-CAA4-9DC6-FA6F-3163175B754B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C5CF808D-CAA4-9DC6-FA6F-3163175B7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AFFC1A6-1577-9423-3F6E-5FEE38C247DF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AFFC1A6-1577-9423-3F6E-5FEE38C24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8168A7C1-4F82-F004-D9CA-52625CC5F35B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2E3575C-F25E-AA51-F512-21D05479C13B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8F72DF8A-0B62-F89B-994C-0181F07DD1A8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77168AA4-25B7-5C07-8E96-7654EBA656CE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EA9C1A7F-2A22-6BD3-03B9-590B8005D6E5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EA9C1A7F-2A22-6BD3-03B9-590B8005D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CE7B89C0-257F-7F82-3728-01103BF57BEA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CE7B89C0-257F-7F82-3728-01103BF57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0A0A35-02EF-6A67-9E2D-8AC48DEE646A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33E9D07-DC20-3A5F-3EC5-B42ACFDCB9FE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6B4807FF-BF9E-E96E-1B21-8CB3C1D2763F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5B1B7E9-8600-4FB1-5B68-29B97381137E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70BABB0-3E85-90C7-1CA3-1C893412665B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70BABB0-3E85-90C7-1CA3-1C8934126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982D9F1-9347-FF7E-80A1-093C20660BE3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D682736-A26D-AD81-72B0-2D26EDAFA2AC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CEB4191D-3776-6B41-4CCB-CC84359B47B7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2A921D9-614B-DE3B-C3B2-5D5367D762DE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1504384-0CD7-4E0B-6504-30282E575187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ED41C892-339D-9840-B530-ED2BD94F73CF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50E0137-3D32-5722-0E6A-0134CEADF857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70D28F7-197A-D178-039C-A4089970902C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70D28F7-197A-D178-039C-A40899709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EEF219A7-9B42-B2EA-916C-48215A0AE022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DFE0FA9F-5412-96DB-CB35-3D7FDBD081EA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DFE0FA9F-5412-96DB-CB35-3D7FDBD08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8669F57B-53F2-BA9F-1DF0-3C4D34936275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8669F57B-53F2-BA9F-1DF0-3C4D34936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808082B1-8EEA-4BE9-83B6-88B82CC0064E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808082B1-8EEA-4BE9-83B6-88B82CC00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F4012C29-9A02-FB5C-0B1E-664B37BFEA58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48836192-F5F3-EB61-DA11-AC299D10FB7A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16BC009F-A30E-1DD7-CABC-127CE9A5E975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16BC009F-A30E-1DD7-CABC-127CE9A5E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BDD68EAF-1202-14AD-EAE1-9CC40A438C72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56D4252A-6986-CF84-BF38-B6370CB633DD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75C9F597-0F0A-82AC-99A5-1C3C55056482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75C9F597-0F0A-82AC-99A5-1C3C55056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C5BC03E9-84AB-5F0B-9EE4-C165FB9FA24E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7386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11A4F-D8CF-582B-09C7-B048790CF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5CD96059-85B5-7643-224C-F90281B4E2A5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B7579E8-C400-C834-13F0-8868DF468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C458DB7-8F4A-E6DE-81C5-E379A0A79F96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24BC2C5-D58A-883F-A497-524C6A257619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9059AFF-73F5-033E-EA34-BB30578A8D7A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EE8117D-40F0-D2B9-2705-7E5B61ED1C10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EE8117D-40F0-D2B9-2705-7E5B61ED1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042B143D-1E6A-D92B-1B5B-6ED423D29E47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CFC90BF-6203-D634-F8F5-B41BF98DC829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C4F875C-BF99-81FF-671F-1B0086847EF1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C4F875C-BF99-81FF-671F-1B008684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2902D7E-DBDB-658F-BC7C-22F405177656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2902D7E-DBDB-658F-BC7C-22F405177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AE4C7D98-CE20-C8EB-334A-F71F2B494FE7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66BB3966-7E30-7AE9-AD67-3F6EE337693C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DBAE805-597B-BB2C-AD1A-CB70EAC05D0A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9E1A0A73-D348-A57C-F378-B863B8ABC2D5}"/>
                  </a:ext>
                </a:extLst>
              </p:cNvPr>
              <p:cNvSpPr txBox="1"/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9E1A0A73-D348-A57C-F378-B863B8ABC2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ACF7FFFD-F9F7-7775-0299-8D3FB14A591B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ACF7FFFD-F9F7-7775-0299-8D3FB14A5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C338AB01-44B8-507F-14E6-96706603DE7F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C338AB01-44B8-507F-14E6-96706603D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6A265F0D-2582-20E9-4B73-71E469D10F81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49C58E3-01D5-6043-F762-353821592603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B04103C-3547-271D-60F6-86CAAB903FE0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5201A03-8EB9-8F6E-CC5B-599F8E5D5AA7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5201A03-8EB9-8F6E-CC5B-599F8E5D5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E3697B53-900E-6E57-FA34-26BE4561A76D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E3697B53-900E-6E57-FA34-26BE4561A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67196A34-C97C-9E45-E268-69BFF3D2C619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67196A34-C97C-9E45-E268-69BFF3D2C6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EFABC582-C2AC-3599-E4AF-0CA8EA42A173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E93553D7-2082-1DC2-270D-C0D92E9F137B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383FF606-0B91-90E2-8A52-9495B29C9265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383FF606-0B91-90E2-8A52-9495B29C9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ACEAFAC3-867F-CB7E-261A-B2BEE46A7B4A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ACEAFAC3-867F-CB7E-261A-B2BEE46A7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01D1309-2C17-DE72-24C6-61E8B8F4071A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55A760F-3A98-1F36-0704-565E53730657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CD528F5-3420-932A-937A-43943C1B7B3A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CD528F5-3420-932A-937A-43943C1B7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C2C24D7-D1A0-5334-9D7D-E495D1BCB897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C2C24D7-D1A0-5334-9D7D-E495D1BCB8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26D07445-EB9A-07B7-168A-80DF4801DFD1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26D07445-EB9A-07B7-168A-80DF4801D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428A66C-6C0E-1A84-4690-E667EEF88C3A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428A66C-6C0E-1A84-4690-E667EEF88C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1B6BA74-7668-3F02-8C98-ABEA5040512D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12355537-7BEF-4817-9B83-205CC2AB6318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D8936F9-5E13-46B2-EEBF-34ACC2B959D2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8648762-E3DA-01E4-CAF8-5CD34C72F95B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86128F19-5533-7ABC-CF7C-A17EE438A9AE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86128F19-5533-7ABC-CF7C-A17EE438A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94A4B0E6-DD95-0409-077A-183DE5EC5570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94A4B0E6-DD95-0409-077A-183DE5EC5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CBF71CA-33DD-DD86-B43D-1B4A5CAF8B99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2B61CC15-25CB-0CB7-B14F-8E3EC3A56381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CA433E8F-8937-0610-D5E6-5F62F7E3C578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06C2A10D-4FE8-AE9E-FBCF-14C13DB4A287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F48ACE5C-FAEB-BC8E-0697-97EE30D5ECFC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F48ACE5C-FAEB-BC8E-0697-97EE30D5E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3E35DDD-C8DD-BCC2-B34E-63E02FB08389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78650571-A8D4-6EC6-AC7C-3CAE3581C20C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80086AD5-3D22-9C94-FB53-5730BF16C1F4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00656B8B-F1C2-E20C-8DA8-47F8548C712B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2606219-E438-FF4E-9C01-F45D4B16DDF6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267F3736-47EC-C48A-9EDD-69483F793714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03BE74CA-34B5-4033-170E-12C77E74A183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AF3D73BD-F587-1E2F-D6E3-959671E139AF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AF3D73BD-F587-1E2F-D6E3-959671E13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25BE5C88-97CD-C4B5-98F9-A56E67608600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995AFC2C-293D-0BEE-0018-DB1BC00C7CD7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995AFC2C-293D-0BEE-0018-DB1BC00C7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6BB1F3F1-EFC4-46E2-A0BA-1E412CCDF237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6BB1F3F1-EFC4-46E2-A0BA-1E412CCDF2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D9B1EA8E-C317-D61B-1A16-23C0A167D516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D9B1EA8E-C317-D61B-1A16-23C0A167D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9F808759-AB64-5EE3-81B7-52064D8FFD52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CF9CA96C-C8EE-1EF2-E9FB-9159DED255C3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46D4C6-260D-ACC0-DFFA-5F29388A321B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46D4C6-260D-ACC0-DFFA-5F29388A3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5FC48FDF-90B9-779B-CF48-24ED9F1E805F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7F4CD632-2816-2277-804A-2326EA04D6F4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FA8FEC16-14B7-3096-52BD-F8C860DE9621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FA8FEC16-14B7-3096-52BD-F8C860DE9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5246D65B-B9FB-973F-192D-CA49691FDD13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50ACC633-CFD1-CC93-CBC6-281353056DC2}"/>
              </a:ext>
            </a:extLst>
          </p:cNvPr>
          <p:cNvSpPr/>
          <p:nvPr/>
        </p:nvSpPr>
        <p:spPr>
          <a:xfrm>
            <a:off x="5535907" y="3158438"/>
            <a:ext cx="2384572" cy="46546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DCBCDD8C-CB67-67BA-DA71-A1820FB4E809}"/>
                  </a:ext>
                </a:extLst>
              </p:cNvPr>
              <p:cNvSpPr txBox="1"/>
              <p:nvPr/>
            </p:nvSpPr>
            <p:spPr>
              <a:xfrm>
                <a:off x="5450846" y="273036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DCBCDD8C-CB67-67BA-DA71-A1820FB4E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846" y="2730364"/>
                <a:ext cx="600549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D41883A7-D91F-862C-5748-1303F9889851}"/>
                  </a:ext>
                </a:extLst>
              </p:cNvPr>
              <p:cNvSpPr txBox="1"/>
              <p:nvPr/>
            </p:nvSpPr>
            <p:spPr>
              <a:xfrm>
                <a:off x="5503038" y="3260275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D41883A7-D91F-862C-5748-1303F9889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3038" y="3260275"/>
                <a:ext cx="600549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758C2EF6-026B-2910-1FEF-C14158AC5653}"/>
                  </a:ext>
                </a:extLst>
              </p:cNvPr>
              <p:cNvSpPr txBox="1"/>
              <p:nvPr/>
            </p:nvSpPr>
            <p:spPr>
              <a:xfrm>
                <a:off x="7485173" y="278135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758C2EF6-026B-2910-1FEF-C14158AC5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5173" y="2781357"/>
                <a:ext cx="600549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28FACD-C85F-1AD3-6FA6-35ABF5FEAF3B}"/>
                  </a:ext>
                </a:extLst>
              </p:cNvPr>
              <p:cNvSpPr txBox="1"/>
              <p:nvPr/>
            </p:nvSpPr>
            <p:spPr>
              <a:xfrm>
                <a:off x="7810397" y="336619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5028FACD-C85F-1AD3-6FA6-35ABF5FEA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0397" y="3366197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F71A9917-6247-B044-6D58-6FFBA1AF5536}"/>
              </a:ext>
            </a:extLst>
          </p:cNvPr>
          <p:cNvSpPr/>
          <p:nvPr/>
        </p:nvSpPr>
        <p:spPr>
          <a:xfrm>
            <a:off x="4844018" y="2691283"/>
            <a:ext cx="693725" cy="9139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7C65E0A-B3A6-3825-DCDE-8E5BE48164EB}"/>
                  </a:ext>
                </a:extLst>
              </p:cNvPr>
              <p:cNvSpPr txBox="1"/>
              <p:nvPr/>
            </p:nvSpPr>
            <p:spPr>
              <a:xfrm>
                <a:off x="4318118" y="325319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7C65E0A-B3A6-3825-DCDE-8E5BE4816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8118" y="3253194"/>
                <a:ext cx="600549" cy="400110"/>
              </a:xfrm>
              <a:prstGeom prst="rect">
                <a:avLst/>
              </a:prstGeom>
              <a:blipFill>
                <a:blip r:embed="rId3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9B47497D-CB1C-80F5-7C0F-BA78F68D26CF}"/>
                  </a:ext>
                </a:extLst>
              </p:cNvPr>
              <p:cNvSpPr txBox="1"/>
              <p:nvPr/>
            </p:nvSpPr>
            <p:spPr>
              <a:xfrm>
                <a:off x="4756219" y="2624132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9B47497D-CB1C-80F5-7C0F-BA78F68D2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219" y="2624132"/>
                <a:ext cx="600549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311E0ECD-58CB-FB96-D66C-2C0F5DF847E8}"/>
                  </a:ext>
                </a:extLst>
              </p:cNvPr>
              <p:cNvSpPr txBox="1"/>
              <p:nvPr/>
            </p:nvSpPr>
            <p:spPr>
              <a:xfrm>
                <a:off x="5428499" y="231599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311E0ECD-58CB-FB96-D66C-2C0F5DF8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8499" y="2315999"/>
                <a:ext cx="600549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2718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3A7EF-EAD5-26BC-CC67-CC98FCF34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226B1A59-6198-15A7-CA9B-032EADA975F6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22D5FC96-341A-FA60-84BD-30BDBC5DA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F92127F-FE78-2D45-3C6E-282CC364A31E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D71ED7D4-2369-68A3-713C-34368F106CAA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CB9F3F2-1C45-5D19-4FBB-15E3D1C610A7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69DFBCB-7F1B-9787-9969-518ACE85CA46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69DFBCB-7F1B-9787-9969-518ACE85C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2F82CCA-0864-EE62-7566-DE2C41C163A0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1CE5F0E-A55E-080F-8ECE-6862155C0C1D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7AE3584-2C94-83C1-E6CF-3741BFDE7059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17AE3584-2C94-83C1-E6CF-3741BFDE7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124E311B-7B83-743C-D3F9-43D845EF406A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124E311B-7B83-743C-D3F9-43D845EF4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5417D91-7CD3-3CE3-C37A-9FAAF605F696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FC328D-7560-6776-59FE-F0C2A9857A02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A543CE-3E67-8027-AF91-B51DB6669956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0E32521E-FAF8-FEB4-B5E4-892357C36AC0}"/>
                  </a:ext>
                </a:extLst>
              </p:cNvPr>
              <p:cNvSpPr txBox="1"/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0E32521E-FAF8-FEB4-B5E4-892357C36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4668" y="3306462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F5CC1FF-B66A-5A44-104B-13B512F967BC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F5CC1FF-B66A-5A44-104B-13B512F96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F90DB46A-EF26-9668-D656-B769452F6F2B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F90DB46A-EF26-9668-D656-B769452F6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50BF7B5-A500-B12D-0237-EC1C136B95AB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A89DF84-0D7E-9F79-E450-13137A800440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E22F4817-4F5D-2B44-496F-1B23F10F27E5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A668AF75-0F7B-52FA-EED1-94A7A5D35D78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A668AF75-0F7B-52FA-EED1-94A7A5D35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EEF993E-682C-FF63-0625-99568504061A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EEF993E-682C-FF63-0625-995685040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CFAC015E-BBD3-FEE8-A2F3-82EAF06B1806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CFAC015E-BBD3-FEE8-A2F3-82EAF06B1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D90FB9C-468F-86C7-2C78-5CA942B13307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302A90E4-FDAC-973D-3EA5-38CA35183E8A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1A6E125-E602-C1EF-F622-54BF09EEB896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1A6E125-E602-C1EF-F622-54BF09EEB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B627404-5075-BC02-64F5-2ABA5C312727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B627404-5075-BC02-64F5-2ABA5C312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2BFE923C-0DB9-9BFB-42F7-E385A8B8B365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902E040-444C-210C-E53B-A149443EF242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E3947017-9E50-2255-480C-7201BF2133BF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E3947017-9E50-2255-480C-7201BF213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9E0F01-968F-E9CC-E2CF-3728A1574932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9E0F01-968F-E9CC-E2CF-3728A1574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076049F1-06BF-97B9-C4D7-5368244980DB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076049F1-06BF-97B9-C4D7-536824498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359B8220-B199-B268-4EB5-78380AB09C98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359B8220-B199-B268-4EB5-78380AB09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BE969AD8-19DB-C83C-74A6-34D922AFD2DE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629B815-C863-2221-7E84-2AF760D33869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9F44277-577F-1E55-8818-0A40547F905A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7A28E34B-577E-FA07-0CD7-0C47623FA8B2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97AA9D5C-D72E-1A29-ADA6-BAD4CEB40D71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97AA9D5C-D72E-1A29-ADA6-BAD4CEB40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0FC2470C-40D9-2647-8A23-6581C2CBA784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0FC2470C-40D9-2647-8A23-6581C2CBA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39E40397-D1F4-CFDA-CBD1-4DEC1983328B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D2978072-AE71-2765-BDC3-3F81E2856111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F0A929E-18D8-C7E5-58A6-DA4F8AB56C3A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70A6BBEF-E4D8-2242-B50B-A0D709A4C43D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BFF9476B-597F-779E-6F74-693DAF70190D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BFF9476B-597F-779E-6F74-693DAF701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DAD044C2-0674-38D1-E14D-7BAC31CCC73E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02A3682-64CB-E63F-AEF6-860A4CB74C76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72D4886E-C04F-C190-D66A-AD9B006FEDBE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DB9423AF-4077-7DA5-ED97-1F910CB2C8B7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4C1AA7A-D206-7943-55C5-42E00EF624EE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12C67CD4-563F-489A-EAC5-DCB1BB7C9EB3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B1C45BCD-A026-798C-D195-3F5788A2B97A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46EF3D2-8590-2DAB-7CCD-7B331980570C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46EF3D2-8590-2DAB-7CCD-7B3319805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91180D0D-825C-1758-CD25-17CC77C944DE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3587FD3B-891A-B173-2732-84ED0C00743E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3587FD3B-891A-B173-2732-84ED0C007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7ACA1923-15B6-7911-9B86-3DEAF8EE5ECB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7ACA1923-15B6-7911-9B86-3DEAF8EE5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5B343060-32F9-423F-9610-0CB5122AD357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5B343060-32F9-423F-9610-0CB5122AD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4B82D4B6-ABCA-E194-CAC4-BB50651E742F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F5E0C90A-B2BE-F0E6-3E76-887819F113A5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A21ACC-2437-D113-399E-E2B31C2E973B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ACA21ACC-2437-D113-399E-E2B31C2E9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F281D455-B2FF-75CB-D2DA-9CDB259C1AAD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4355F107-D609-61BD-21EF-159ECC244863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308DCB77-6DB7-2B4C-D908-B5DEFE9B2E7A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308DCB77-6DB7-2B4C-D908-B5DEFE9B2E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0A7CDCF5-25A0-1712-1F47-6928C10D1D8C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E6C7F41-2646-E974-1551-911D00EE2415}"/>
              </a:ext>
            </a:extLst>
          </p:cNvPr>
          <p:cNvSpPr/>
          <p:nvPr/>
        </p:nvSpPr>
        <p:spPr>
          <a:xfrm>
            <a:off x="6019290" y="3152476"/>
            <a:ext cx="2384572" cy="23541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060150A0-E0BA-B2BE-99BC-81BB32CF8505}"/>
                  </a:ext>
                </a:extLst>
              </p:cNvPr>
              <p:cNvSpPr txBox="1"/>
              <p:nvPr/>
            </p:nvSpPr>
            <p:spPr>
              <a:xfrm>
                <a:off x="5989766" y="2736530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" name="TextBox 43">
                <a:extLst>
                  <a:ext uri="{FF2B5EF4-FFF2-40B4-BE49-F238E27FC236}">
                    <a16:creationId xmlns:a16="http://schemas.microsoft.com/office/drawing/2014/main" id="{060150A0-E0BA-B2BE-99BC-81BB32CF85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9766" y="2736530"/>
                <a:ext cx="600549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0E2474F5-3A60-767E-3274-8A1989083000}"/>
                  </a:ext>
                </a:extLst>
              </p:cNvPr>
              <p:cNvSpPr txBox="1"/>
              <p:nvPr/>
            </p:nvSpPr>
            <p:spPr>
              <a:xfrm>
                <a:off x="5799076" y="3337488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43">
                <a:extLst>
                  <a:ext uri="{FF2B5EF4-FFF2-40B4-BE49-F238E27FC236}">
                    <a16:creationId xmlns:a16="http://schemas.microsoft.com/office/drawing/2014/main" id="{0E2474F5-3A60-767E-3274-8A1989083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9076" y="3337488"/>
                <a:ext cx="600549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F4D4DEE0-760B-B29F-9706-71CB1269D4A5}"/>
                  </a:ext>
                </a:extLst>
              </p:cNvPr>
              <p:cNvSpPr txBox="1"/>
              <p:nvPr/>
            </p:nvSpPr>
            <p:spPr>
              <a:xfrm>
                <a:off x="8297956" y="282622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F4D4DEE0-760B-B29F-9706-71CB1269D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956" y="2826227"/>
                <a:ext cx="600549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6853C3DA-6B27-8E46-7645-1AA27365FF4E}"/>
                  </a:ext>
                </a:extLst>
              </p:cNvPr>
              <p:cNvSpPr txBox="1"/>
              <p:nvPr/>
            </p:nvSpPr>
            <p:spPr>
              <a:xfrm>
                <a:off x="8374651" y="31821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1" name="TextBox 43">
                <a:extLst>
                  <a:ext uri="{FF2B5EF4-FFF2-40B4-BE49-F238E27FC236}">
                    <a16:creationId xmlns:a16="http://schemas.microsoft.com/office/drawing/2014/main" id="{6853C3DA-6B27-8E46-7645-1AA27365F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651" y="3182129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1B06256-04AE-9370-CFC2-F136ABB0BD40}"/>
              </a:ext>
            </a:extLst>
          </p:cNvPr>
          <p:cNvSpPr/>
          <p:nvPr/>
        </p:nvSpPr>
        <p:spPr>
          <a:xfrm>
            <a:off x="5333216" y="2469205"/>
            <a:ext cx="693725" cy="9139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F5BD8B0F-9BF6-7E4E-A313-84F189A78703}"/>
                  </a:ext>
                </a:extLst>
              </p:cNvPr>
              <p:cNvSpPr txBox="1"/>
              <p:nvPr/>
            </p:nvSpPr>
            <p:spPr>
              <a:xfrm>
                <a:off x="4889499" y="3308097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F5BD8B0F-9BF6-7E4E-A313-84F189A78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9499" y="3308097"/>
                <a:ext cx="600549" cy="400110"/>
              </a:xfrm>
              <a:prstGeom prst="rect">
                <a:avLst/>
              </a:prstGeom>
              <a:blipFill>
                <a:blip r:embed="rId3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0F5970A9-E21F-4864-72CE-6025E32F3835}"/>
                  </a:ext>
                </a:extLst>
              </p:cNvPr>
              <p:cNvSpPr txBox="1"/>
              <p:nvPr/>
            </p:nvSpPr>
            <p:spPr>
              <a:xfrm>
                <a:off x="5205813" y="2087751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7" name="TextBox 43">
                <a:extLst>
                  <a:ext uri="{FF2B5EF4-FFF2-40B4-BE49-F238E27FC236}">
                    <a16:creationId xmlns:a16="http://schemas.microsoft.com/office/drawing/2014/main" id="{0F5970A9-E21F-4864-72CE-6025E32F38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5813" y="2087751"/>
                <a:ext cx="600549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63B7CECF-DEAB-76B5-2C9F-02CC850E90D3}"/>
                  </a:ext>
                </a:extLst>
              </p:cNvPr>
              <p:cNvSpPr txBox="1"/>
              <p:nvPr/>
            </p:nvSpPr>
            <p:spPr>
              <a:xfrm>
                <a:off x="5924945" y="2153086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5" name="TextBox 43">
                <a:extLst>
                  <a:ext uri="{FF2B5EF4-FFF2-40B4-BE49-F238E27FC236}">
                    <a16:creationId xmlns:a16="http://schemas.microsoft.com/office/drawing/2014/main" id="{63B7CECF-DEAB-76B5-2C9F-02CC850E9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945" y="2153086"/>
                <a:ext cx="600549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83651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E5F68-CD90-F232-2BDF-C015AB05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334A9B-587C-5B0C-2AC7-A38788D25A66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500CE347-C145-52FD-2612-DB20DF0B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2000" dirty="0">
                <a:solidFill>
                  <a:schemeClr val="tx1"/>
                </a:solidFill>
              </a:rPr>
              <a:t>Design 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/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/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CF80E2-0450-66FC-856C-CFEEFCEA38CB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29605" y="2335486"/>
            <a:ext cx="303070" cy="40468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CDF22A4-6632-77E4-39AB-ABFF408DD42E}"/>
              </a:ext>
            </a:extLst>
          </p:cNvPr>
          <p:cNvCxnSpPr>
            <a:cxnSpLocks/>
          </p:cNvCxnSpPr>
          <p:nvPr/>
        </p:nvCxnSpPr>
        <p:spPr>
          <a:xfrm flipV="1">
            <a:off x="1410143" y="302844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/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9BA61D8-0B84-BB84-FD94-F1105B0D80D3}"/>
              </a:ext>
            </a:extLst>
          </p:cNvPr>
          <p:cNvCxnSpPr>
            <a:cxnSpLocks/>
          </p:cNvCxnSpPr>
          <p:nvPr/>
        </p:nvCxnSpPr>
        <p:spPr>
          <a:xfrm flipH="1">
            <a:off x="9974476" y="2566501"/>
            <a:ext cx="95426" cy="46120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/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/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/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/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1861ADD0-E356-2CCA-79C0-749CD45A1F4E}"/>
              </a:ext>
            </a:extLst>
          </p:cNvPr>
          <p:cNvGrpSpPr/>
          <p:nvPr/>
        </p:nvGrpSpPr>
        <p:grpSpPr>
          <a:xfrm>
            <a:off x="3452487" y="2663969"/>
            <a:ext cx="1255894" cy="400110"/>
            <a:chOff x="5372824" y="4174268"/>
            <a:chExt cx="734184" cy="40011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295BC0-AAC9-E382-2BCD-8F520AC9501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blipFill>
                  <a:blip r:embed="rId10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/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/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A202D0-9F2C-CB7B-63E7-70FDD27984CB}"/>
              </a:ext>
            </a:extLst>
          </p:cNvPr>
          <p:cNvCxnSpPr>
            <a:cxnSpLocks/>
          </p:cNvCxnSpPr>
          <p:nvPr/>
        </p:nvCxnSpPr>
        <p:spPr>
          <a:xfrm flipH="1">
            <a:off x="1805422" y="55371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088AB0-BFAC-F350-B95C-DB37204BFD4B}"/>
              </a:ext>
            </a:extLst>
          </p:cNvPr>
          <p:cNvCxnSpPr>
            <a:cxnSpLocks/>
          </p:cNvCxnSpPr>
          <p:nvPr/>
        </p:nvCxnSpPr>
        <p:spPr>
          <a:xfrm flipH="1" flipV="1">
            <a:off x="1797411" y="300566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C45ABF-5CD7-1972-D430-CA055B70C0B5}"/>
              </a:ext>
            </a:extLst>
          </p:cNvPr>
          <p:cNvCxnSpPr>
            <a:cxnSpLocks/>
          </p:cNvCxnSpPr>
          <p:nvPr/>
        </p:nvCxnSpPr>
        <p:spPr>
          <a:xfrm>
            <a:off x="1227594" y="2849929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DBD1CC5-013E-3B00-DBD1-D6404D73A896}"/>
              </a:ext>
            </a:extLst>
          </p:cNvPr>
          <p:cNvCxnSpPr>
            <a:cxnSpLocks/>
          </p:cNvCxnSpPr>
          <p:nvPr/>
        </p:nvCxnSpPr>
        <p:spPr>
          <a:xfrm flipV="1">
            <a:off x="1227594" y="3000212"/>
            <a:ext cx="577828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51EBEF3-6353-44D6-467B-A44A8DFCE02B}"/>
              </a:ext>
            </a:extLst>
          </p:cNvPr>
          <p:cNvCxnSpPr>
            <a:cxnSpLocks/>
          </p:cNvCxnSpPr>
          <p:nvPr/>
        </p:nvCxnSpPr>
        <p:spPr>
          <a:xfrm>
            <a:off x="2756613" y="2637118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CFFC11-60AA-2519-DCB0-A9F2DEFA24BC}"/>
              </a:ext>
            </a:extLst>
          </p:cNvPr>
          <p:cNvCxnSpPr>
            <a:cxnSpLocks/>
          </p:cNvCxnSpPr>
          <p:nvPr/>
        </p:nvCxnSpPr>
        <p:spPr>
          <a:xfrm>
            <a:off x="2590527" y="3157668"/>
            <a:ext cx="3083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C0C51A3-9B5D-1424-B57D-7156ED0DE485}"/>
              </a:ext>
            </a:extLst>
          </p:cNvPr>
          <p:cNvCxnSpPr>
            <a:cxnSpLocks/>
          </p:cNvCxnSpPr>
          <p:nvPr/>
        </p:nvCxnSpPr>
        <p:spPr>
          <a:xfrm flipH="1">
            <a:off x="2703989" y="92305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E8C2C8-E77D-DA97-01DF-31BB255F415B}"/>
              </a:ext>
            </a:extLst>
          </p:cNvPr>
          <p:cNvCxnSpPr>
            <a:cxnSpLocks/>
          </p:cNvCxnSpPr>
          <p:nvPr/>
        </p:nvCxnSpPr>
        <p:spPr>
          <a:xfrm flipH="1" flipV="1">
            <a:off x="2590527" y="316054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84B1F7-51E7-178E-9179-F4B6036030A3}"/>
              </a:ext>
            </a:extLst>
          </p:cNvPr>
          <p:cNvCxnSpPr>
            <a:cxnSpLocks/>
          </p:cNvCxnSpPr>
          <p:nvPr/>
        </p:nvCxnSpPr>
        <p:spPr>
          <a:xfrm>
            <a:off x="5983478" y="913400"/>
            <a:ext cx="3139696" cy="2004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3C099AC-65AD-0B6F-EFFD-16EC1F7D26D9}"/>
              </a:ext>
            </a:extLst>
          </p:cNvPr>
          <p:cNvCxnSpPr>
            <a:cxnSpLocks/>
          </p:cNvCxnSpPr>
          <p:nvPr/>
        </p:nvCxnSpPr>
        <p:spPr>
          <a:xfrm>
            <a:off x="5983406" y="533778"/>
            <a:ext cx="3917298" cy="2513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3797552-C504-E92E-E619-720F0B5EF7DE}"/>
              </a:ext>
            </a:extLst>
          </p:cNvPr>
          <p:cNvCxnSpPr>
            <a:cxnSpLocks/>
          </p:cNvCxnSpPr>
          <p:nvPr/>
        </p:nvCxnSpPr>
        <p:spPr>
          <a:xfrm flipV="1">
            <a:off x="5682375" y="3441279"/>
            <a:ext cx="2706226" cy="17330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0193FF4-3EF0-D439-1A1B-701E9117FEC2}"/>
              </a:ext>
            </a:extLst>
          </p:cNvPr>
          <p:cNvCxnSpPr>
            <a:cxnSpLocks/>
          </p:cNvCxnSpPr>
          <p:nvPr/>
        </p:nvCxnSpPr>
        <p:spPr>
          <a:xfrm flipV="1">
            <a:off x="5699670" y="3215897"/>
            <a:ext cx="3669108" cy="23816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178FE84-0458-BA09-1A64-38D09AE47A6D}"/>
              </a:ext>
            </a:extLst>
          </p:cNvPr>
          <p:cNvGrpSpPr/>
          <p:nvPr/>
        </p:nvGrpSpPr>
        <p:grpSpPr>
          <a:xfrm>
            <a:off x="3715655" y="724337"/>
            <a:ext cx="1255894" cy="400110"/>
            <a:chOff x="5372824" y="4250468"/>
            <a:chExt cx="734184" cy="40011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C9FFE7C-6FC6-930C-F860-78522B240C3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7692" b="-2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DA8E97-AA8B-21FE-21D9-7958AEDC1DF9}"/>
              </a:ext>
            </a:extLst>
          </p:cNvPr>
          <p:cNvGrpSpPr/>
          <p:nvPr/>
        </p:nvGrpSpPr>
        <p:grpSpPr>
          <a:xfrm>
            <a:off x="3087708" y="4657482"/>
            <a:ext cx="1255894" cy="400110"/>
            <a:chOff x="5372824" y="4250468"/>
            <a:chExt cx="734184" cy="40011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69C9D59-D227-0CBC-9DB5-E79E6B4C961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4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/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/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90CEF75-436E-ABA1-A86D-99744D4AB285}"/>
              </a:ext>
            </a:extLst>
          </p:cNvPr>
          <p:cNvCxnSpPr>
            <a:cxnSpLocks/>
          </p:cNvCxnSpPr>
          <p:nvPr/>
        </p:nvCxnSpPr>
        <p:spPr>
          <a:xfrm>
            <a:off x="2206556" y="262760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82C3F25C-B183-961D-4D73-819346250060}"/>
              </a:ext>
            </a:extLst>
          </p:cNvPr>
          <p:cNvCxnSpPr>
            <a:cxnSpLocks/>
          </p:cNvCxnSpPr>
          <p:nvPr/>
        </p:nvCxnSpPr>
        <p:spPr>
          <a:xfrm>
            <a:off x="1865895" y="193028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078B4C5-B462-AF78-AEBD-097910C2A8C5}"/>
              </a:ext>
            </a:extLst>
          </p:cNvPr>
          <p:cNvCxnSpPr>
            <a:cxnSpLocks/>
          </p:cNvCxnSpPr>
          <p:nvPr/>
        </p:nvCxnSpPr>
        <p:spPr>
          <a:xfrm flipH="1">
            <a:off x="2919756" y="246114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/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/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/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6839CA-C96A-BAD8-E9DC-6D54C93F37A5}"/>
              </a:ext>
            </a:extLst>
          </p:cNvPr>
          <p:cNvCxnSpPr>
            <a:cxnSpLocks/>
          </p:cNvCxnSpPr>
          <p:nvPr/>
        </p:nvCxnSpPr>
        <p:spPr>
          <a:xfrm>
            <a:off x="2035888" y="315993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28BA4F-11AB-90ED-2BAB-F0B21A275CB4}"/>
              </a:ext>
            </a:extLst>
          </p:cNvPr>
          <p:cNvCxnSpPr>
            <a:cxnSpLocks/>
          </p:cNvCxnSpPr>
          <p:nvPr/>
        </p:nvCxnSpPr>
        <p:spPr>
          <a:xfrm flipV="1">
            <a:off x="1670039" y="318489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/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D6A760-F674-B47C-E32C-0CFB0214727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2870517" y="3211737"/>
            <a:ext cx="483051" cy="19114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/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9A1E19-D6C4-7A9A-D3C9-0F4E494F9168}"/>
              </a:ext>
            </a:extLst>
          </p:cNvPr>
          <p:cNvCxnSpPr>
            <a:cxnSpLocks/>
          </p:cNvCxnSpPr>
          <p:nvPr/>
        </p:nvCxnSpPr>
        <p:spPr>
          <a:xfrm flipH="1" flipV="1">
            <a:off x="9393130" y="3271081"/>
            <a:ext cx="404519" cy="3816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1902E3-EAD8-5545-8359-307090B30E83}"/>
              </a:ext>
            </a:extLst>
          </p:cNvPr>
          <p:cNvCxnSpPr>
            <a:cxnSpLocks/>
          </p:cNvCxnSpPr>
          <p:nvPr/>
        </p:nvCxnSpPr>
        <p:spPr>
          <a:xfrm>
            <a:off x="9900704" y="3046095"/>
            <a:ext cx="467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B141F0-8C35-D54E-5190-C8A1B31A87CF}"/>
              </a:ext>
            </a:extLst>
          </p:cNvPr>
          <p:cNvCxnSpPr>
            <a:cxnSpLocks/>
          </p:cNvCxnSpPr>
          <p:nvPr/>
        </p:nvCxnSpPr>
        <p:spPr>
          <a:xfrm>
            <a:off x="9341921" y="3216654"/>
            <a:ext cx="1026346" cy="13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F722CF-BFBE-CBE2-D918-B47235F8452E}"/>
              </a:ext>
            </a:extLst>
          </p:cNvPr>
          <p:cNvCxnSpPr>
            <a:cxnSpLocks/>
          </p:cNvCxnSpPr>
          <p:nvPr/>
        </p:nvCxnSpPr>
        <p:spPr>
          <a:xfrm flipV="1">
            <a:off x="7688701" y="347658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F0C665-DA31-D48F-5CDF-F88D9202C9FB}"/>
              </a:ext>
            </a:extLst>
          </p:cNvPr>
          <p:cNvCxnSpPr>
            <a:cxnSpLocks/>
          </p:cNvCxnSpPr>
          <p:nvPr/>
        </p:nvCxnSpPr>
        <p:spPr>
          <a:xfrm>
            <a:off x="8273934" y="258388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/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/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23B58A-D27D-05E2-7CBB-4AFD11772356}"/>
              </a:ext>
            </a:extLst>
          </p:cNvPr>
          <p:cNvCxnSpPr>
            <a:cxnSpLocks/>
          </p:cNvCxnSpPr>
          <p:nvPr/>
        </p:nvCxnSpPr>
        <p:spPr>
          <a:xfrm>
            <a:off x="1227594" y="2846070"/>
            <a:ext cx="0" cy="154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B43063-1FC9-6737-9003-9059D5D0EEF2}"/>
              </a:ext>
            </a:extLst>
          </p:cNvPr>
          <p:cNvCxnSpPr>
            <a:cxnSpLocks/>
          </p:cNvCxnSpPr>
          <p:nvPr/>
        </p:nvCxnSpPr>
        <p:spPr>
          <a:xfrm>
            <a:off x="961287" y="253640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C33A7C9-2B41-C927-93DD-477EFDB53E1A}"/>
              </a:ext>
            </a:extLst>
          </p:cNvPr>
          <p:cNvCxnSpPr>
            <a:cxnSpLocks/>
          </p:cNvCxnSpPr>
          <p:nvPr/>
        </p:nvCxnSpPr>
        <p:spPr>
          <a:xfrm flipV="1">
            <a:off x="846770" y="307104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68CD055-F2B8-4E19-B8C9-C694C97263F8}"/>
              </a:ext>
            </a:extLst>
          </p:cNvPr>
          <p:cNvCxnSpPr>
            <a:cxnSpLocks/>
          </p:cNvCxnSpPr>
          <p:nvPr/>
        </p:nvCxnSpPr>
        <p:spPr>
          <a:xfrm>
            <a:off x="2590527" y="245859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C49ED7-FED4-75C5-1960-DABC845A90D5}"/>
              </a:ext>
            </a:extLst>
          </p:cNvPr>
          <p:cNvCxnSpPr>
            <a:cxnSpLocks/>
          </p:cNvCxnSpPr>
          <p:nvPr/>
        </p:nvCxnSpPr>
        <p:spPr>
          <a:xfrm>
            <a:off x="8412953" y="3429000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18E0AC-1DE8-1015-8699-E4F7C843FD24}"/>
              </a:ext>
            </a:extLst>
          </p:cNvPr>
          <p:cNvCxnSpPr>
            <a:cxnSpLocks/>
          </p:cNvCxnSpPr>
          <p:nvPr/>
        </p:nvCxnSpPr>
        <p:spPr>
          <a:xfrm flipH="1">
            <a:off x="2367769" y="314997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ED0DFAE-EE4C-ADB1-5EF1-7CB9149549BA}"/>
              </a:ext>
            </a:extLst>
          </p:cNvPr>
          <p:cNvCxnSpPr>
            <a:cxnSpLocks/>
          </p:cNvCxnSpPr>
          <p:nvPr/>
        </p:nvCxnSpPr>
        <p:spPr>
          <a:xfrm flipH="1">
            <a:off x="9123174" y="2713832"/>
            <a:ext cx="218747" cy="17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97FCE-4010-529C-3347-41CB07EDA13E}"/>
              </a:ext>
            </a:extLst>
          </p:cNvPr>
          <p:cNvCxnSpPr>
            <a:cxnSpLocks/>
          </p:cNvCxnSpPr>
          <p:nvPr/>
        </p:nvCxnSpPr>
        <p:spPr>
          <a:xfrm flipV="1">
            <a:off x="2375877" y="347092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3E03BFF-9F66-58A1-0EA9-D24D96F6F274}"/>
              </a:ext>
            </a:extLst>
          </p:cNvPr>
          <p:cNvCxnSpPr>
            <a:cxnSpLocks/>
          </p:cNvCxnSpPr>
          <p:nvPr/>
        </p:nvCxnSpPr>
        <p:spPr>
          <a:xfrm>
            <a:off x="2590527" y="158769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F53B91-BD29-F87C-F561-B5389F1D0D5D}"/>
              </a:ext>
            </a:extLst>
          </p:cNvPr>
          <p:cNvCxnSpPr>
            <a:cxnSpLocks/>
          </p:cNvCxnSpPr>
          <p:nvPr/>
        </p:nvCxnSpPr>
        <p:spPr>
          <a:xfrm>
            <a:off x="9368778" y="1866348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988F6-F73B-19E6-95CE-6965E317F373}"/>
              </a:ext>
            </a:extLst>
          </p:cNvPr>
          <p:cNvCxnSpPr>
            <a:cxnSpLocks/>
          </p:cNvCxnSpPr>
          <p:nvPr/>
        </p:nvCxnSpPr>
        <p:spPr>
          <a:xfrm flipH="1" flipV="1">
            <a:off x="8690396" y="3692091"/>
            <a:ext cx="374093" cy="3761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/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/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/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/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82D6B-05D4-C1F7-95D8-D4838C0E56A9}"/>
              </a:ext>
            </a:extLst>
          </p:cNvPr>
          <p:cNvCxnSpPr>
            <a:cxnSpLocks/>
          </p:cNvCxnSpPr>
          <p:nvPr/>
        </p:nvCxnSpPr>
        <p:spPr>
          <a:xfrm>
            <a:off x="7738249" y="5116119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AA5575B-7E85-7608-089A-7B27D25EF4CB}"/>
              </a:ext>
            </a:extLst>
          </p:cNvPr>
          <p:cNvCxnSpPr>
            <a:cxnSpLocks/>
          </p:cNvCxnSpPr>
          <p:nvPr/>
        </p:nvCxnSpPr>
        <p:spPr>
          <a:xfrm>
            <a:off x="7738249" y="5996778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FBB0A-3498-A223-8BD4-A5536C6F786E}"/>
              </a:ext>
            </a:extLst>
          </p:cNvPr>
          <p:cNvCxnSpPr>
            <a:cxnSpLocks/>
          </p:cNvCxnSpPr>
          <p:nvPr/>
        </p:nvCxnSpPr>
        <p:spPr>
          <a:xfrm>
            <a:off x="9859845" y="5648375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45AA943-0BBF-BA03-8448-BDA272BD0847}"/>
              </a:ext>
            </a:extLst>
          </p:cNvPr>
          <p:cNvCxnSpPr>
            <a:cxnSpLocks/>
          </p:cNvCxnSpPr>
          <p:nvPr/>
        </p:nvCxnSpPr>
        <p:spPr>
          <a:xfrm>
            <a:off x="9885246" y="6516632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/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248A55-53CF-A669-3EFB-60C333C7CAEB}"/>
              </a:ext>
            </a:extLst>
          </p:cNvPr>
          <p:cNvCxnSpPr>
            <a:cxnSpLocks/>
          </p:cNvCxnSpPr>
          <p:nvPr/>
        </p:nvCxnSpPr>
        <p:spPr>
          <a:xfrm>
            <a:off x="8823997" y="5116119"/>
            <a:ext cx="1035848" cy="526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/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C68B10-346C-F34C-280E-58FE59861715}"/>
              </a:ext>
            </a:extLst>
          </p:cNvPr>
          <p:cNvCxnSpPr>
            <a:cxnSpLocks/>
          </p:cNvCxnSpPr>
          <p:nvPr/>
        </p:nvCxnSpPr>
        <p:spPr>
          <a:xfrm>
            <a:off x="8800138" y="5997903"/>
            <a:ext cx="1085108" cy="5187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/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/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9A46639-D27F-3380-DA49-E573CDA35394}"/>
              </a:ext>
            </a:extLst>
          </p:cNvPr>
          <p:cNvCxnSpPr>
            <a:cxnSpLocks/>
          </p:cNvCxnSpPr>
          <p:nvPr/>
        </p:nvCxnSpPr>
        <p:spPr>
          <a:xfrm flipH="1" flipV="1">
            <a:off x="8627341" y="5635902"/>
            <a:ext cx="1232504" cy="12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6E9FE61-A182-0F50-8A49-DE78C45B9414}"/>
              </a:ext>
            </a:extLst>
          </p:cNvPr>
          <p:cNvCxnSpPr>
            <a:cxnSpLocks/>
          </p:cNvCxnSpPr>
          <p:nvPr/>
        </p:nvCxnSpPr>
        <p:spPr>
          <a:xfrm>
            <a:off x="8823997" y="5132677"/>
            <a:ext cx="0" cy="6015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/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/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D91AE194-5DEF-A8B1-CEF7-87B2A5264311}"/>
              </a:ext>
            </a:extLst>
          </p:cNvPr>
          <p:cNvSpPr/>
          <p:nvPr/>
        </p:nvSpPr>
        <p:spPr>
          <a:xfrm>
            <a:off x="4972050" y="2099000"/>
            <a:ext cx="1780366" cy="2004998"/>
          </a:xfrm>
          <a:prstGeom prst="rect">
            <a:avLst/>
          </a:prstGeom>
          <a:noFill/>
          <a:ln w="317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CA5E39-B7B5-2AA5-FB81-6A3B2550495F}"/>
              </a:ext>
            </a:extLst>
          </p:cNvPr>
          <p:cNvCxnSpPr>
            <a:cxnSpLocks/>
          </p:cNvCxnSpPr>
          <p:nvPr/>
        </p:nvCxnSpPr>
        <p:spPr>
          <a:xfrm>
            <a:off x="6830260" y="4125100"/>
            <a:ext cx="1067870" cy="747038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1E6CA-4F46-3F84-818C-02A64745552D}"/>
              </a:ext>
            </a:extLst>
          </p:cNvPr>
          <p:cNvCxnSpPr>
            <a:cxnSpLocks/>
          </p:cNvCxnSpPr>
          <p:nvPr/>
        </p:nvCxnSpPr>
        <p:spPr>
          <a:xfrm>
            <a:off x="6160849" y="2911882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763C115-F4AF-EC08-D7A2-189449DDA07C}"/>
              </a:ext>
            </a:extLst>
          </p:cNvPr>
          <p:cNvCxnSpPr>
            <a:cxnSpLocks/>
          </p:cNvCxnSpPr>
          <p:nvPr/>
        </p:nvCxnSpPr>
        <p:spPr>
          <a:xfrm>
            <a:off x="5682375" y="2646798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/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5624E51-C6B3-A19D-470F-18B05C0E60ED}"/>
              </a:ext>
            </a:extLst>
          </p:cNvPr>
          <p:cNvCxnSpPr>
            <a:cxnSpLocks/>
          </p:cNvCxnSpPr>
          <p:nvPr/>
        </p:nvCxnSpPr>
        <p:spPr>
          <a:xfrm>
            <a:off x="6125231" y="3422483"/>
            <a:ext cx="2279629" cy="131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0408BC-8B4E-B7BA-09FF-F05054BD319A}"/>
              </a:ext>
            </a:extLst>
          </p:cNvPr>
          <p:cNvCxnSpPr>
            <a:cxnSpLocks/>
          </p:cNvCxnSpPr>
          <p:nvPr/>
        </p:nvCxnSpPr>
        <p:spPr>
          <a:xfrm>
            <a:off x="5646757" y="3157399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/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170A836-5860-103F-58A6-863D9A598F68}"/>
              </a:ext>
            </a:extLst>
          </p:cNvPr>
          <p:cNvCxnSpPr>
            <a:cxnSpLocks/>
          </p:cNvCxnSpPr>
          <p:nvPr/>
        </p:nvCxnSpPr>
        <p:spPr>
          <a:xfrm>
            <a:off x="10374144" y="3034057"/>
            <a:ext cx="0" cy="1959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/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98447C8-D35D-1369-C43E-D383FBC4CA2C}"/>
              </a:ext>
            </a:extLst>
          </p:cNvPr>
          <p:cNvCxnSpPr>
            <a:cxnSpLocks/>
          </p:cNvCxnSpPr>
          <p:nvPr/>
        </p:nvCxnSpPr>
        <p:spPr>
          <a:xfrm flipH="1">
            <a:off x="10434877" y="2805485"/>
            <a:ext cx="346980" cy="24061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/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blipFill>
                <a:blip r:embed="rId37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CA54062-948D-0526-9B60-4959C1B5FA16}"/>
              </a:ext>
            </a:extLst>
          </p:cNvPr>
          <p:cNvCxnSpPr>
            <a:cxnSpLocks/>
            <a:stCxn id="111" idx="1"/>
          </p:cNvCxnSpPr>
          <p:nvPr/>
        </p:nvCxnSpPr>
        <p:spPr>
          <a:xfrm flipH="1" flipV="1">
            <a:off x="10426296" y="3271081"/>
            <a:ext cx="334982" cy="18162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361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1C76-907E-5FE6-1F7D-018703CB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CBD07-36F5-B770-CADA-6C01EC0E029E}"/>
              </a:ext>
            </a:extLst>
          </p:cNvPr>
          <p:cNvSpPr/>
          <p:nvPr/>
        </p:nvSpPr>
        <p:spPr>
          <a:xfrm>
            <a:off x="727862" y="1297832"/>
            <a:ext cx="11105831" cy="4570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6E0E32-5A3D-3D8E-8162-5E8211151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5DB69B-0A2B-4D0B-A3BD-360AAA24381D}" type="slidenum">
              <a:rPr lang="de-DE" smtClean="0"/>
              <a:pPr/>
              <a:t>21</a:t>
            </a:fld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8EE85A-C427-D4E3-47EB-ADB9515F6572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50DCE54-8FC8-BAA3-4162-90CD55B1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248A0-F8DD-14AF-966C-95B875DA29DC}"/>
              </a:ext>
            </a:extLst>
          </p:cNvPr>
          <p:cNvCxnSpPr>
            <a:cxnSpLocks/>
          </p:cNvCxnSpPr>
          <p:nvPr/>
        </p:nvCxnSpPr>
        <p:spPr>
          <a:xfrm flipV="1">
            <a:off x="1745442" y="4589880"/>
            <a:ext cx="0" cy="435458"/>
          </a:xfrm>
          <a:prstGeom prst="line">
            <a:avLst/>
          </a:prstGeom>
          <a:ln w="158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/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ylinder 10">
            <a:extLst>
              <a:ext uri="{FF2B5EF4-FFF2-40B4-BE49-F238E27FC236}">
                <a16:creationId xmlns:a16="http://schemas.microsoft.com/office/drawing/2014/main" id="{E0703A02-3F26-1A42-C6B3-7B3D41F0E150}"/>
              </a:ext>
            </a:extLst>
          </p:cNvPr>
          <p:cNvSpPr/>
          <p:nvPr/>
        </p:nvSpPr>
        <p:spPr>
          <a:xfrm rot="16200000">
            <a:off x="5335906" y="975501"/>
            <a:ext cx="459373" cy="7640300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E4E377E-A611-0871-24DB-D595B1658977}"/>
              </a:ext>
            </a:extLst>
          </p:cNvPr>
          <p:cNvSpPr/>
          <p:nvPr/>
        </p:nvSpPr>
        <p:spPr>
          <a:xfrm rot="13800000">
            <a:off x="3514358" y="1156232"/>
            <a:ext cx="472508" cy="4513395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AD2F31-FCC5-2D4A-BC3B-5F8943F89CA8}"/>
              </a:ext>
            </a:extLst>
          </p:cNvPr>
          <p:cNvSpPr/>
          <p:nvPr/>
        </p:nvSpPr>
        <p:spPr>
          <a:xfrm rot="2040000">
            <a:off x="4770892" y="3158331"/>
            <a:ext cx="491135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73CF75-11DE-BDF1-529C-9E6A324AB6B4}"/>
              </a:ext>
            </a:extLst>
          </p:cNvPr>
          <p:cNvSpPr/>
          <p:nvPr/>
        </p:nvSpPr>
        <p:spPr>
          <a:xfrm rot="2040000">
            <a:off x="5115853" y="1886149"/>
            <a:ext cx="31500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E72DA8FF-067B-B6F0-50C2-06E5E37A437B}"/>
              </a:ext>
            </a:extLst>
          </p:cNvPr>
          <p:cNvSpPr/>
          <p:nvPr/>
        </p:nvSpPr>
        <p:spPr>
          <a:xfrm rot="14100000">
            <a:off x="4073504" y="2539323"/>
            <a:ext cx="472508" cy="2901469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031772-3C21-D071-FCBB-1FC036DD00E1}"/>
              </a:ext>
            </a:extLst>
          </p:cNvPr>
          <p:cNvSpPr/>
          <p:nvPr/>
        </p:nvSpPr>
        <p:spPr>
          <a:xfrm rot="1951731">
            <a:off x="4963796" y="3757654"/>
            <a:ext cx="2992554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2DE749-B19A-0448-90FB-1CAD0528FBC0}"/>
              </a:ext>
            </a:extLst>
          </p:cNvPr>
          <p:cNvSpPr/>
          <p:nvPr/>
        </p:nvSpPr>
        <p:spPr>
          <a:xfrm rot="3280410">
            <a:off x="5064697" y="3169726"/>
            <a:ext cx="356529" cy="40298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7DD810-064E-0A82-47AA-2B2BABC2E16D}"/>
              </a:ext>
            </a:extLst>
          </p:cNvPr>
          <p:cNvSpPr/>
          <p:nvPr/>
        </p:nvSpPr>
        <p:spPr>
          <a:xfrm rot="1951731">
            <a:off x="5081252" y="3279956"/>
            <a:ext cx="744638" cy="27415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4F668C17-E5F0-8965-8053-0E7BD4B756FF}"/>
              </a:ext>
            </a:extLst>
          </p:cNvPr>
          <p:cNvSpPr/>
          <p:nvPr/>
        </p:nvSpPr>
        <p:spPr>
          <a:xfrm>
            <a:off x="4757724" y="3022399"/>
            <a:ext cx="1128350" cy="385041"/>
          </a:xfrm>
          <a:prstGeom prst="triangle">
            <a:avLst>
              <a:gd name="adj" fmla="val 50000"/>
            </a:avLst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BE7302-EB72-12AD-7C3B-B8EC2BBEB5AB}"/>
              </a:ext>
            </a:extLst>
          </p:cNvPr>
          <p:cNvSpPr/>
          <p:nvPr/>
        </p:nvSpPr>
        <p:spPr>
          <a:xfrm>
            <a:off x="1570624" y="4453993"/>
            <a:ext cx="433384" cy="7072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ABA91297-AAB2-4F05-3B89-AA4C01FE63AC}"/>
              </a:ext>
            </a:extLst>
          </p:cNvPr>
          <p:cNvSpPr/>
          <p:nvPr/>
        </p:nvSpPr>
        <p:spPr>
          <a:xfrm rot="16200000">
            <a:off x="1700695" y="4196616"/>
            <a:ext cx="114843" cy="1175337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 w="127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0FB46F-92AA-57EB-978C-0694E95465C5}"/>
              </a:ext>
            </a:extLst>
          </p:cNvPr>
          <p:cNvSpPr/>
          <p:nvPr/>
        </p:nvSpPr>
        <p:spPr>
          <a:xfrm>
            <a:off x="1999301" y="4578738"/>
            <a:ext cx="9162192" cy="436404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E11101B-64E7-D14A-0870-47B3146C6937}"/>
              </a:ext>
            </a:extLst>
          </p:cNvPr>
          <p:cNvCxnSpPr>
            <a:cxnSpLocks/>
          </p:cNvCxnSpPr>
          <p:nvPr/>
        </p:nvCxnSpPr>
        <p:spPr>
          <a:xfrm>
            <a:off x="8997791" y="5024997"/>
            <a:ext cx="393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664432C-C33D-142C-0022-5BF2DCD717C0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568883"/>
            <a:ext cx="0" cy="1554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AF62128-872B-FF63-26C5-4D4E10CE0343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841706"/>
            <a:ext cx="0" cy="1737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/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/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B5E3B2-5407-05EC-8B02-3C7FE1691C70}"/>
              </a:ext>
            </a:extLst>
          </p:cNvPr>
          <p:cNvCxnSpPr>
            <a:cxnSpLocks/>
          </p:cNvCxnSpPr>
          <p:nvPr/>
        </p:nvCxnSpPr>
        <p:spPr>
          <a:xfrm>
            <a:off x="1425763" y="4444976"/>
            <a:ext cx="549722" cy="249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34815F6-0F11-9EB7-1D72-D875F552F78A}"/>
              </a:ext>
            </a:extLst>
          </p:cNvPr>
          <p:cNvCxnSpPr>
            <a:cxnSpLocks/>
          </p:cNvCxnSpPr>
          <p:nvPr/>
        </p:nvCxnSpPr>
        <p:spPr>
          <a:xfrm flipV="1">
            <a:off x="1311718" y="4878132"/>
            <a:ext cx="647657" cy="413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/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/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/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BDAD260-EBE0-AE2A-49BA-5B743056BB3F}"/>
              </a:ext>
            </a:extLst>
          </p:cNvPr>
          <p:cNvCxnSpPr>
            <a:cxnSpLocks/>
            <a:stCxn id="72" idx="2"/>
          </p:cNvCxnSpPr>
          <p:nvPr/>
        </p:nvCxnSpPr>
        <p:spPr>
          <a:xfrm flipH="1">
            <a:off x="1999301" y="3944883"/>
            <a:ext cx="19335" cy="587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/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/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/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/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/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/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/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/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/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754BAAAC-3D43-3076-E670-E43C37CFE7C4}"/>
              </a:ext>
            </a:extLst>
          </p:cNvPr>
          <p:cNvGrpSpPr/>
          <p:nvPr/>
        </p:nvGrpSpPr>
        <p:grpSpPr>
          <a:xfrm rot="19194507">
            <a:off x="3069833" y="3148615"/>
            <a:ext cx="1340716" cy="523220"/>
            <a:chOff x="6370907" y="782849"/>
            <a:chExt cx="1340716" cy="5232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2D7BDED-13B6-E03F-1D85-5BC63A70F0D1}"/>
                </a:ext>
              </a:extLst>
            </p:cNvPr>
            <p:cNvSpPr/>
            <p:nvPr/>
          </p:nvSpPr>
          <p:spPr>
            <a:xfrm>
              <a:off x="7038647" y="94159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/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blipFill>
                  <a:blip r:embed="rId19"/>
                  <a:stretch>
                    <a:fillRect l="-3556"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81C7F25-B2E8-0048-E369-173920BAC300}"/>
              </a:ext>
            </a:extLst>
          </p:cNvPr>
          <p:cNvGrpSpPr/>
          <p:nvPr/>
        </p:nvGrpSpPr>
        <p:grpSpPr>
          <a:xfrm>
            <a:off x="4679441" y="4639897"/>
            <a:ext cx="1519988" cy="954107"/>
            <a:chOff x="5372824" y="4250468"/>
            <a:chExt cx="734184" cy="95410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312D96-B225-B412-D7C8-04A08667BC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blipFill>
                  <a:blip r:embed="rId20"/>
                  <a:stretch>
                    <a:fillRect t="-63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723B183-4398-ECA8-0E0A-138957928873}"/>
              </a:ext>
            </a:extLst>
          </p:cNvPr>
          <p:cNvGrpSpPr/>
          <p:nvPr/>
        </p:nvGrpSpPr>
        <p:grpSpPr>
          <a:xfrm rot="19614639">
            <a:off x="3453988" y="3808312"/>
            <a:ext cx="1411772" cy="523220"/>
            <a:chOff x="4692464" y="4162390"/>
            <a:chExt cx="1411772" cy="52322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B96B2C68-A09E-A66C-B897-A67C8726690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/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blipFill>
                  <a:blip r:embed="rId21"/>
                  <a:stretch>
                    <a:fillRect l="-826" b="-105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/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/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73EDEDC-E8B7-AA28-C5D2-F206592A335D}"/>
              </a:ext>
            </a:extLst>
          </p:cNvPr>
          <p:cNvCxnSpPr/>
          <p:nvPr/>
        </p:nvCxnSpPr>
        <p:spPr>
          <a:xfrm>
            <a:off x="9384155" y="4568889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399AC76-2AAC-D7C6-8A47-CA42960ACF33}"/>
              </a:ext>
            </a:extLst>
          </p:cNvPr>
          <p:cNvCxnSpPr/>
          <p:nvPr/>
        </p:nvCxnSpPr>
        <p:spPr>
          <a:xfrm>
            <a:off x="9373779" y="5024865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/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/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F514DE-74C1-5305-80B2-2936AD0684A5}"/>
              </a:ext>
            </a:extLst>
          </p:cNvPr>
          <p:cNvCxnSpPr>
            <a:cxnSpLocks/>
          </p:cNvCxnSpPr>
          <p:nvPr/>
        </p:nvCxnSpPr>
        <p:spPr>
          <a:xfrm flipH="1" flipV="1">
            <a:off x="2022436" y="5100992"/>
            <a:ext cx="314333" cy="27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4">
            <a:extLst>
              <a:ext uri="{FF2B5EF4-FFF2-40B4-BE49-F238E27FC236}">
                <a16:creationId xmlns:a16="http://schemas.microsoft.com/office/drawing/2014/main" id="{9A277CA4-A7F0-41D4-7232-F18931C4B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973" y="1898650"/>
            <a:ext cx="49911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0834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540</Words>
  <Application>Microsoft Office PowerPoint</Application>
  <PresentationFormat>Widescreen</PresentationFormat>
  <Paragraphs>427</Paragraphs>
  <Slides>22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Office Theme</vt:lpstr>
      <vt:lpstr>Design 1.2</vt:lpstr>
      <vt:lpstr>PowerPoint Presentation</vt:lpstr>
      <vt:lpstr>Design 1.2</vt:lpstr>
      <vt:lpstr>PowerPoint Presentation</vt:lpstr>
      <vt:lpstr>Design 1.3</vt:lpstr>
      <vt:lpstr>Design 1</vt:lpstr>
      <vt:lpstr>Design 1</vt:lpstr>
      <vt:lpstr>Design 2.1</vt:lpstr>
      <vt:lpstr>Design 2.1</vt:lpstr>
      <vt:lpstr>Design 2.1</vt:lpstr>
      <vt:lpstr>Design 2.1</vt:lpstr>
      <vt:lpstr>Design 2.1</vt:lpstr>
      <vt:lpstr>Design 3</vt:lpstr>
      <vt:lpstr>Design 3</vt:lpstr>
      <vt:lpstr>Design 4</vt:lpstr>
      <vt:lpstr>Design 5</vt:lpstr>
      <vt:lpstr>Design 6</vt:lpstr>
      <vt:lpstr>Design 6</vt:lpstr>
      <vt:lpstr>Design 6</vt:lpstr>
      <vt:lpstr>Design X</vt:lpstr>
      <vt:lpstr>Design 1.0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31</cp:revision>
  <dcterms:created xsi:type="dcterms:W3CDTF">2025-09-05T19:33:33Z</dcterms:created>
  <dcterms:modified xsi:type="dcterms:W3CDTF">2026-02-22T11:11:24Z</dcterms:modified>
</cp:coreProperties>
</file>