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1891" r:id="rId2"/>
    <p:sldId id="1887" r:id="rId3"/>
    <p:sldId id="1893" r:id="rId4"/>
    <p:sldId id="1892" r:id="rId5"/>
    <p:sldId id="1888" r:id="rId6"/>
    <p:sldId id="1890" r:id="rId7"/>
    <p:sldId id="1876" r:id="rId8"/>
    <p:sldId id="1889" r:id="rId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-356" y="-248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3.sv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.png"/><Relationship Id="rId21" Type="http://schemas.openxmlformats.org/officeDocument/2006/relationships/image" Target="../media/image700.png"/><Relationship Id="rId34" Type="http://schemas.openxmlformats.org/officeDocument/2006/relationships/image" Target="../media/image83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.png"/><Relationship Id="rId33" Type="http://schemas.openxmlformats.org/officeDocument/2006/relationships/image" Target="../media/image8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.png"/><Relationship Id="rId32" Type="http://schemas.openxmlformats.org/officeDocument/2006/relationships/image" Target="../media/image81.png"/><Relationship Id="rId37" Type="http://schemas.openxmlformats.org/officeDocument/2006/relationships/image" Target="../media/image86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.png"/><Relationship Id="rId36" Type="http://schemas.openxmlformats.org/officeDocument/2006/relationships/image" Target="../media/image85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.png"/><Relationship Id="rId30" Type="http://schemas.openxmlformats.org/officeDocument/2006/relationships/image" Target="../media/image79.png"/><Relationship Id="rId35" Type="http://schemas.openxmlformats.org/officeDocument/2006/relationships/image" Target="../media/image84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.png"/><Relationship Id="rId18" Type="http://schemas.openxmlformats.org/officeDocument/2006/relationships/image" Target="../media/image160.png"/><Relationship Id="rId3" Type="http://schemas.openxmlformats.org/officeDocument/2006/relationships/image" Target="../media/image110.png"/><Relationship Id="rId21" Type="http://schemas.openxmlformats.org/officeDocument/2006/relationships/image" Target="../media/image190.png"/><Relationship Id="rId7" Type="http://schemas.openxmlformats.org/officeDocument/2006/relationships/image" Target="../media/image510.png"/><Relationship Id="rId12" Type="http://schemas.openxmlformats.org/officeDocument/2006/relationships/image" Target="../media/image100.png"/><Relationship Id="rId17" Type="http://schemas.openxmlformats.org/officeDocument/2006/relationships/image" Target="../media/image150.png"/><Relationship Id="rId25" Type="http://schemas.openxmlformats.org/officeDocument/2006/relationships/image" Target="../media/image23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40.png"/><Relationship Id="rId20" Type="http://schemas.openxmlformats.org/officeDocument/2006/relationships/image" Target="../media/image1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.png"/><Relationship Id="rId24" Type="http://schemas.openxmlformats.org/officeDocument/2006/relationships/image" Target="../media/image220.png"/><Relationship Id="rId5" Type="http://schemas.openxmlformats.org/officeDocument/2006/relationships/image" Target="../media/image310.png"/><Relationship Id="rId15" Type="http://schemas.openxmlformats.org/officeDocument/2006/relationships/image" Target="../media/image130.png"/><Relationship Id="rId23" Type="http://schemas.openxmlformats.org/officeDocument/2006/relationships/image" Target="../media/image210.png"/><Relationship Id="rId10" Type="http://schemas.openxmlformats.org/officeDocument/2006/relationships/image" Target="../media/image88.png"/><Relationship Id="rId19" Type="http://schemas.openxmlformats.org/officeDocument/2006/relationships/image" Target="../media/image170.png"/><Relationship Id="rId4" Type="http://schemas.openxmlformats.org/officeDocument/2006/relationships/image" Target="../media/image74.jpeg"/><Relationship Id="rId9" Type="http://schemas.openxmlformats.org/officeDocument/2006/relationships/image" Target="../media/image711.png"/><Relationship Id="rId14" Type="http://schemas.openxmlformats.org/officeDocument/2006/relationships/image" Target="../media/image120.png"/><Relationship Id="rId22" Type="http://schemas.openxmlformats.org/officeDocument/2006/relationships/image" Target="../media/image20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</Words>
  <Application>Microsoft Office PowerPoint</Application>
  <PresentationFormat>Widescreen</PresentationFormat>
  <Paragraphs>144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Design 1.2</vt:lpstr>
      <vt:lpstr>PowerPoint Presentation</vt:lpstr>
      <vt:lpstr>Design 1.2</vt:lpstr>
      <vt:lpstr>Design 1.2</vt:lpstr>
      <vt:lpstr>Design 2.1</vt:lpstr>
      <vt:lpstr>Design 1.0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16</cp:revision>
  <dcterms:created xsi:type="dcterms:W3CDTF">2025-09-05T19:33:33Z</dcterms:created>
  <dcterms:modified xsi:type="dcterms:W3CDTF">2025-11-12T17:28:43Z</dcterms:modified>
</cp:coreProperties>
</file>