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904" r:id="rId16"/>
    <p:sldId id="1905" r:id="rId17"/>
    <p:sldId id="1890" r:id="rId18"/>
    <p:sldId id="1876" r:id="rId19"/>
    <p:sldId id="1889" r:id="rId2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126" y="504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" Type="http://schemas.openxmlformats.org/officeDocument/2006/relationships/image" Target="../media/image168.png"/><Relationship Id="rId16" Type="http://schemas.openxmlformats.org/officeDocument/2006/relationships/image" Target="../media/image1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86.png"/><Relationship Id="rId7" Type="http://schemas.openxmlformats.org/officeDocument/2006/relationships/image" Target="../media/image190.png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image" Target="../media/image185.png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9.png"/><Relationship Id="rId11" Type="http://schemas.openxmlformats.org/officeDocument/2006/relationships/image" Target="../media/image194.png"/><Relationship Id="rId5" Type="http://schemas.openxmlformats.org/officeDocument/2006/relationships/image" Target="../media/image188.png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87.png"/><Relationship Id="rId9" Type="http://schemas.openxmlformats.org/officeDocument/2006/relationships/image" Target="../media/image192.png"/><Relationship Id="rId14" Type="http://schemas.openxmlformats.org/officeDocument/2006/relationships/image" Target="../media/image197.pn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.png"/><Relationship Id="rId5" Type="http://schemas.openxmlformats.org/officeDocument/2006/relationships/image" Target="../media/image310.png"/><Relationship Id="rId15" Type="http://schemas.openxmlformats.org/officeDocument/2006/relationships/image" Target="../media/image1300.png"/><Relationship Id="rId23" Type="http://schemas.openxmlformats.org/officeDocument/2006/relationships/image" Target="../media/image210.png"/><Relationship Id="rId10" Type="http://schemas.openxmlformats.org/officeDocument/2006/relationships/image" Target="../media/image880.png"/><Relationship Id="rId19" Type="http://schemas.openxmlformats.org/officeDocument/2006/relationships/image" Target="../media/image1700.png"/><Relationship Id="rId4" Type="http://schemas.openxmlformats.org/officeDocument/2006/relationships/image" Target="../media/image204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67A9-C193-3026-2727-7CAD9AF8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46283A3E-FF0A-936F-C1FB-57FB71C6B32B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D0985EF-6A39-4BDA-F98E-DE7EA301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4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49500E45-B7C3-9EC8-C27F-EBA53C137E33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D0CF33F-C382-F672-202D-04FE3B10E271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5B8A1EC0-3640-574B-BBA7-F0A6FB47313E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BC02E1B-9E82-C3BE-D657-62EFBA032A7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AE928E4-F624-BE21-9DA9-7230F589EEBF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C2E51EA-A605-1B73-C8CC-47C1EA7C8158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17BEA72-23D3-1EC2-2105-A939F5BF0653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18D014B-22E8-18E1-DFCC-8D534C5EE866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750726D-0073-951A-AE67-453E0F21E81E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F3A91C0-03D6-AA97-B3BA-5A5088579DE7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0EBD9A2-B30C-226D-80D5-FA1C805CEF25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420AEAF-DDE6-1FEF-2D14-AC2F3D8DE1F3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21D2179-93CC-7118-8AAF-679AD9169E8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63AAF23-5397-F214-7092-67B7F4A815D6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B1F1989-5DC4-FAB7-3A96-7C4188CC1D45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004D3ED-B1A0-85AA-A375-A98C881FF099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F10747E-2D0B-6783-0A16-7D94D3C4206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26CF23B6-4B23-50D7-2722-640C0FE5813F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5E26701-7912-3340-F404-51226E2FBE0B}"/>
              </a:ext>
            </a:extLst>
          </p:cNvPr>
          <p:cNvCxnSpPr>
            <a:cxnSpLocks/>
          </p:cNvCxnSpPr>
          <p:nvPr/>
        </p:nvCxnSpPr>
        <p:spPr>
          <a:xfrm>
            <a:off x="8035012" y="3639725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49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67342-F981-F853-F566-8A813B8E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026B5BE-864D-9A11-FDB5-CFB227114334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7CA29D82-5E10-ABC0-0CA2-C5E758FE0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5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DF590A0-28A6-FBCE-DA7A-5B846DFE56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4A15F5E-ACCB-47D3-E0D1-3949354CE2E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62554BA-EF95-E461-7B32-3ECC9283278D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179A821-3A63-D881-CFD2-B9BEA81529F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1EED0EA-E2BB-7CBE-AAC6-EC7D6F384795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C0891EA-0487-C63B-7995-A9F9D2019EFB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293FF4C-D360-6421-C0F6-3DE7EE081A21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7F09D35-F2D9-E40B-88AC-03B6FB34C8D7}"/>
              </a:ext>
            </a:extLst>
          </p:cNvPr>
          <p:cNvCxnSpPr>
            <a:cxnSpLocks/>
          </p:cNvCxnSpPr>
          <p:nvPr/>
        </p:nvCxnSpPr>
        <p:spPr>
          <a:xfrm flipH="1" flipV="1">
            <a:off x="2670870" y="3595500"/>
            <a:ext cx="5876782" cy="149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2B4715-F2FB-E6D5-EB51-C3362D441D34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BC78D90-520B-DE6A-A638-ADDD0F05E85B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8F08D7-A5D2-5105-4ED9-AA0E90BE0EE4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1A6DCB3-F7C5-70E4-E866-839792FB59F8}"/>
              </a:ext>
            </a:extLst>
          </p:cNvPr>
          <p:cNvCxnSpPr>
            <a:cxnSpLocks/>
          </p:cNvCxnSpPr>
          <p:nvPr/>
        </p:nvCxnSpPr>
        <p:spPr>
          <a:xfrm flipV="1">
            <a:off x="2639738" y="1283764"/>
            <a:ext cx="2793396" cy="22935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FDCF37-FBD8-20BF-FE5E-121302E39249}"/>
              </a:ext>
            </a:extLst>
          </p:cNvPr>
          <p:cNvCxnSpPr>
            <a:cxnSpLocks/>
          </p:cNvCxnSpPr>
          <p:nvPr/>
        </p:nvCxnSpPr>
        <p:spPr>
          <a:xfrm flipH="1" flipV="1">
            <a:off x="5609389" y="1386282"/>
            <a:ext cx="2590348" cy="22316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/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/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C3BB1E9-B995-85C4-F48D-03B4AA42235B}"/>
              </a:ext>
            </a:extLst>
          </p:cNvPr>
          <p:cNvCxnSpPr>
            <a:cxnSpLocks/>
          </p:cNvCxnSpPr>
          <p:nvPr/>
        </p:nvCxnSpPr>
        <p:spPr>
          <a:xfrm flipV="1">
            <a:off x="5551140" y="3911301"/>
            <a:ext cx="2648597" cy="13561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5D9C2E3-CC5B-8483-42F3-3374DB240D9C}"/>
              </a:ext>
            </a:extLst>
          </p:cNvPr>
          <p:cNvCxnSpPr>
            <a:cxnSpLocks/>
          </p:cNvCxnSpPr>
          <p:nvPr/>
        </p:nvCxnSpPr>
        <p:spPr>
          <a:xfrm flipH="1" flipV="1">
            <a:off x="2629778" y="4038429"/>
            <a:ext cx="2744914" cy="138409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/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/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/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CF110723-0DD4-500D-044C-48445F777783}"/>
              </a:ext>
            </a:extLst>
          </p:cNvPr>
          <p:cNvCxnSpPr>
            <a:cxnSpLocks/>
          </p:cNvCxnSpPr>
          <p:nvPr/>
        </p:nvCxnSpPr>
        <p:spPr>
          <a:xfrm flipH="1">
            <a:off x="2207821" y="3584072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992741B-8B1D-21DB-D67F-D7E8AABD5357}"/>
              </a:ext>
            </a:extLst>
          </p:cNvPr>
          <p:cNvCxnSpPr>
            <a:cxnSpLocks/>
          </p:cNvCxnSpPr>
          <p:nvPr/>
        </p:nvCxnSpPr>
        <p:spPr>
          <a:xfrm flipH="1" flipV="1">
            <a:off x="2227574" y="3912724"/>
            <a:ext cx="367624" cy="10209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F559A6E-B439-AC49-4E8E-C94F26EF9A0C}"/>
              </a:ext>
            </a:extLst>
          </p:cNvPr>
          <p:cNvCxnSpPr>
            <a:cxnSpLocks/>
          </p:cNvCxnSpPr>
          <p:nvPr/>
        </p:nvCxnSpPr>
        <p:spPr>
          <a:xfrm>
            <a:off x="2215682" y="3744219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79C7817-C966-3CA6-88A9-BB940B841E35}"/>
              </a:ext>
            </a:extLst>
          </p:cNvPr>
          <p:cNvCxnSpPr>
            <a:cxnSpLocks/>
          </p:cNvCxnSpPr>
          <p:nvPr/>
        </p:nvCxnSpPr>
        <p:spPr>
          <a:xfrm>
            <a:off x="8199737" y="3609589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/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/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18C1E4A-C269-CEE6-4C98-1F588D492388}"/>
              </a:ext>
            </a:extLst>
          </p:cNvPr>
          <p:cNvCxnSpPr>
            <a:cxnSpLocks/>
          </p:cNvCxnSpPr>
          <p:nvPr/>
        </p:nvCxnSpPr>
        <p:spPr>
          <a:xfrm flipV="1">
            <a:off x="2960673" y="3062009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5E43C2F-2595-D597-F9FD-1DE343103D25}"/>
              </a:ext>
            </a:extLst>
          </p:cNvPr>
          <p:cNvCxnSpPr/>
          <p:nvPr/>
        </p:nvCxnSpPr>
        <p:spPr>
          <a:xfrm flipH="1" flipV="1">
            <a:off x="2423779" y="3429000"/>
            <a:ext cx="171419" cy="148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D02C540-10C3-A967-91CE-34DFA6C8F8E9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2277198" y="4038429"/>
            <a:ext cx="266439" cy="253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E2E7D4A-DC42-94CD-42F4-7FFE5C1EE55E}"/>
              </a:ext>
            </a:extLst>
          </p:cNvPr>
          <p:cNvCxnSpPr>
            <a:cxnSpLocks/>
          </p:cNvCxnSpPr>
          <p:nvPr/>
        </p:nvCxnSpPr>
        <p:spPr>
          <a:xfrm flipV="1">
            <a:off x="7988763" y="3063225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/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0770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436</Words>
  <Application>Microsoft Office PowerPoint</Application>
  <PresentationFormat>Breitbild</PresentationFormat>
  <Paragraphs>338</Paragraphs>
  <Slides>19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Office Theme</vt:lpstr>
      <vt:lpstr>Design 1.2</vt:lpstr>
      <vt:lpstr>PowerPoint-Präsentation</vt:lpstr>
      <vt:lpstr>Design 1.2</vt:lpstr>
      <vt:lpstr>PowerPoint-Präsentation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4</vt:lpstr>
      <vt:lpstr>Design 5</vt:lpstr>
      <vt:lpstr>Design X</vt:lpstr>
      <vt:lpstr>Design 1.0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26</cp:revision>
  <dcterms:created xsi:type="dcterms:W3CDTF">2025-09-05T19:33:33Z</dcterms:created>
  <dcterms:modified xsi:type="dcterms:W3CDTF">2026-02-19T10:44:26Z</dcterms:modified>
</cp:coreProperties>
</file>