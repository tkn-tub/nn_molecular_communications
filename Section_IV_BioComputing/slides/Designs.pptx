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890" r:id="rId16"/>
    <p:sldId id="1876" r:id="rId17"/>
    <p:sldId id="1889" r:id="rId1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678" y="90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.png"/><Relationship Id="rId10" Type="http://schemas.openxmlformats.org/officeDocument/2006/relationships/image" Target="../media/image880.png"/><Relationship Id="rId19" Type="http://schemas.openxmlformats.org/officeDocument/2006/relationships/image" Target="../media/image170.png"/><Relationship Id="rId4" Type="http://schemas.openxmlformats.org/officeDocument/2006/relationships/image" Target="../media/image167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A48F3A6E-2D81-2C40-D590-E0B855A06FC1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</Words>
  <Application>Microsoft Office PowerPoint</Application>
  <PresentationFormat>Breitbild</PresentationFormat>
  <Paragraphs>300</Paragraphs>
  <Slides>17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Office Theme</vt:lpstr>
      <vt:lpstr>Design 1.2</vt:lpstr>
      <vt:lpstr>PowerPoint-Präsentation</vt:lpstr>
      <vt:lpstr>Design 1.2</vt:lpstr>
      <vt:lpstr>PowerPoint-Präsentation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X</vt:lpstr>
      <vt:lpstr>Design 1.0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23</cp:revision>
  <dcterms:created xsi:type="dcterms:W3CDTF">2025-09-05T19:33:33Z</dcterms:created>
  <dcterms:modified xsi:type="dcterms:W3CDTF">2025-12-06T15:35:38Z</dcterms:modified>
</cp:coreProperties>
</file>