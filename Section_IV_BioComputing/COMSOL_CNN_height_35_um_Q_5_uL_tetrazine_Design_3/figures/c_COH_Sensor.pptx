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4114800" cy="320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159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8610" y="523770"/>
            <a:ext cx="3497580" cy="1114213"/>
          </a:xfrm>
        </p:spPr>
        <p:txBody>
          <a:bodyPr anchor="b"/>
          <a:lstStyle>
            <a:lvl1pPr algn="ctr"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4350" y="1680951"/>
            <a:ext cx="3086100" cy="772689"/>
          </a:xfrm>
        </p:spPr>
        <p:txBody>
          <a:bodyPr/>
          <a:lstStyle>
            <a:lvl1pPr marL="0" indent="0" algn="ctr">
              <a:buNone/>
              <a:defRPr sz="1080"/>
            </a:lvl1pPr>
            <a:lvl2pPr marL="205740" indent="0" algn="ctr">
              <a:buNone/>
              <a:defRPr sz="900"/>
            </a:lvl2pPr>
            <a:lvl3pPr marL="411480" indent="0" algn="ctr">
              <a:buNone/>
              <a:defRPr sz="810"/>
            </a:lvl3pPr>
            <a:lvl4pPr marL="617220" indent="0" algn="ctr">
              <a:buNone/>
              <a:defRPr sz="720"/>
            </a:lvl4pPr>
            <a:lvl5pPr marL="822960" indent="0" algn="ctr">
              <a:buNone/>
              <a:defRPr sz="720"/>
            </a:lvl5pPr>
            <a:lvl6pPr marL="1028700" indent="0" algn="ctr">
              <a:buNone/>
              <a:defRPr sz="720"/>
            </a:lvl6pPr>
            <a:lvl7pPr marL="1234440" indent="0" algn="ctr">
              <a:buNone/>
              <a:defRPr sz="720"/>
            </a:lvl7pPr>
            <a:lvl8pPr marL="1440180" indent="0" algn="ctr">
              <a:buNone/>
              <a:defRPr sz="720"/>
            </a:lvl8pPr>
            <a:lvl9pPr marL="1645920" indent="0" algn="ctr">
              <a:buNone/>
              <a:defRPr sz="7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6404C-D7E7-49C0-BB44-96CB91DFC0BD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4FA50-7369-459C-9296-FC1328F27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010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6404C-D7E7-49C0-BB44-96CB91DFC0BD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4FA50-7369-459C-9296-FC1328F27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697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750" y="797879"/>
            <a:ext cx="3549015" cy="1331277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0750" y="2141750"/>
            <a:ext cx="3549015" cy="700087"/>
          </a:xfrm>
        </p:spPr>
        <p:txBody>
          <a:bodyPr/>
          <a:lstStyle>
            <a:lvl1pPr marL="0" indent="0">
              <a:buNone/>
              <a:defRPr sz="1080">
                <a:solidFill>
                  <a:schemeClr val="tx1">
                    <a:tint val="82000"/>
                  </a:schemeClr>
                </a:solidFill>
              </a:defRPr>
            </a:lvl1pPr>
            <a:lvl2pPr marL="20574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2pPr>
            <a:lvl3pPr marL="411480" indent="0">
              <a:buNone/>
              <a:defRPr sz="810">
                <a:solidFill>
                  <a:schemeClr val="tx1">
                    <a:tint val="82000"/>
                  </a:schemeClr>
                </a:solidFill>
              </a:defRPr>
            </a:lvl3pPr>
            <a:lvl4pPr marL="617220" indent="0">
              <a:buNone/>
              <a:defRPr sz="720">
                <a:solidFill>
                  <a:schemeClr val="tx1">
                    <a:tint val="82000"/>
                  </a:schemeClr>
                </a:solidFill>
              </a:defRPr>
            </a:lvl4pPr>
            <a:lvl5pPr marL="822960" indent="0">
              <a:buNone/>
              <a:defRPr sz="720">
                <a:solidFill>
                  <a:schemeClr val="tx1">
                    <a:tint val="82000"/>
                  </a:schemeClr>
                </a:solidFill>
              </a:defRPr>
            </a:lvl5pPr>
            <a:lvl6pPr marL="1028700" indent="0">
              <a:buNone/>
              <a:defRPr sz="720">
                <a:solidFill>
                  <a:schemeClr val="tx1">
                    <a:tint val="82000"/>
                  </a:schemeClr>
                </a:solidFill>
              </a:defRPr>
            </a:lvl6pPr>
            <a:lvl7pPr marL="1234440" indent="0">
              <a:buNone/>
              <a:defRPr sz="720">
                <a:solidFill>
                  <a:schemeClr val="tx1">
                    <a:tint val="82000"/>
                  </a:schemeClr>
                </a:solidFill>
              </a:defRPr>
            </a:lvl7pPr>
            <a:lvl8pPr marL="1440180" indent="0">
              <a:buNone/>
              <a:defRPr sz="720">
                <a:solidFill>
                  <a:schemeClr val="tx1">
                    <a:tint val="82000"/>
                  </a:schemeClr>
                </a:solidFill>
              </a:defRPr>
            </a:lvl8pPr>
            <a:lvl9pPr marL="1645920" indent="0">
              <a:buNone/>
              <a:defRPr sz="7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6404C-D7E7-49C0-BB44-96CB91DFC0BD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4FA50-7369-459C-9296-FC1328F27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595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2893" y="851959"/>
            <a:ext cx="1748790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3118" y="851959"/>
            <a:ext cx="1748790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6404C-D7E7-49C0-BB44-96CB91DFC0BD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4FA50-7369-459C-9296-FC1328F27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429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8" y="170392"/>
            <a:ext cx="3549015" cy="6185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3429" y="784543"/>
            <a:ext cx="1740753" cy="384492"/>
          </a:xfrm>
        </p:spPr>
        <p:txBody>
          <a:bodyPr anchor="b"/>
          <a:lstStyle>
            <a:lvl1pPr marL="0" indent="0">
              <a:buNone/>
              <a:defRPr sz="1080" b="1"/>
            </a:lvl1pPr>
            <a:lvl2pPr marL="205740" indent="0">
              <a:buNone/>
              <a:defRPr sz="900" b="1"/>
            </a:lvl2pPr>
            <a:lvl3pPr marL="411480" indent="0">
              <a:buNone/>
              <a:defRPr sz="810" b="1"/>
            </a:lvl3pPr>
            <a:lvl4pPr marL="617220" indent="0">
              <a:buNone/>
              <a:defRPr sz="720" b="1"/>
            </a:lvl4pPr>
            <a:lvl5pPr marL="822960" indent="0">
              <a:buNone/>
              <a:defRPr sz="720" b="1"/>
            </a:lvl5pPr>
            <a:lvl6pPr marL="1028700" indent="0">
              <a:buNone/>
              <a:defRPr sz="720" b="1"/>
            </a:lvl6pPr>
            <a:lvl7pPr marL="1234440" indent="0">
              <a:buNone/>
              <a:defRPr sz="720" b="1"/>
            </a:lvl7pPr>
            <a:lvl8pPr marL="1440180" indent="0">
              <a:buNone/>
              <a:defRPr sz="720" b="1"/>
            </a:lvl8pPr>
            <a:lvl9pPr marL="1645920" indent="0">
              <a:buNone/>
              <a:defRPr sz="7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3429" y="1169035"/>
            <a:ext cx="1740753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83118" y="784543"/>
            <a:ext cx="1749326" cy="384492"/>
          </a:xfrm>
        </p:spPr>
        <p:txBody>
          <a:bodyPr anchor="b"/>
          <a:lstStyle>
            <a:lvl1pPr marL="0" indent="0">
              <a:buNone/>
              <a:defRPr sz="1080" b="1"/>
            </a:lvl1pPr>
            <a:lvl2pPr marL="205740" indent="0">
              <a:buNone/>
              <a:defRPr sz="900" b="1"/>
            </a:lvl2pPr>
            <a:lvl3pPr marL="411480" indent="0">
              <a:buNone/>
              <a:defRPr sz="810" b="1"/>
            </a:lvl3pPr>
            <a:lvl4pPr marL="617220" indent="0">
              <a:buNone/>
              <a:defRPr sz="720" b="1"/>
            </a:lvl4pPr>
            <a:lvl5pPr marL="822960" indent="0">
              <a:buNone/>
              <a:defRPr sz="720" b="1"/>
            </a:lvl5pPr>
            <a:lvl6pPr marL="1028700" indent="0">
              <a:buNone/>
              <a:defRPr sz="720" b="1"/>
            </a:lvl6pPr>
            <a:lvl7pPr marL="1234440" indent="0">
              <a:buNone/>
              <a:defRPr sz="720" b="1"/>
            </a:lvl7pPr>
            <a:lvl8pPr marL="1440180" indent="0">
              <a:buNone/>
              <a:defRPr sz="720" b="1"/>
            </a:lvl8pPr>
            <a:lvl9pPr marL="1645920" indent="0">
              <a:buNone/>
              <a:defRPr sz="7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83118" y="1169035"/>
            <a:ext cx="1749326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6404C-D7E7-49C0-BB44-96CB91DFC0BD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4FA50-7369-459C-9296-FC1328F27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84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6404C-D7E7-49C0-BB44-96CB91DFC0BD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4FA50-7369-459C-9296-FC1328F27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6404C-D7E7-49C0-BB44-96CB91DFC0BD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4FA50-7369-459C-9296-FC1328F27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001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9" y="213360"/>
            <a:ext cx="1327130" cy="746760"/>
          </a:xfrm>
        </p:spPr>
        <p:txBody>
          <a:bodyPr anchor="b"/>
          <a:lstStyle>
            <a:lvl1pPr>
              <a:defRPr sz="1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9326" y="460799"/>
            <a:ext cx="2083118" cy="2274358"/>
          </a:xfrm>
        </p:spPr>
        <p:txBody>
          <a:bodyPr/>
          <a:lstStyle>
            <a:lvl1pPr>
              <a:defRPr sz="1440"/>
            </a:lvl1pPr>
            <a:lvl2pPr>
              <a:defRPr sz="1260"/>
            </a:lvl2pPr>
            <a:lvl3pPr>
              <a:defRPr sz="108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3429" y="960120"/>
            <a:ext cx="1327130" cy="1778741"/>
          </a:xfrm>
        </p:spPr>
        <p:txBody>
          <a:bodyPr/>
          <a:lstStyle>
            <a:lvl1pPr marL="0" indent="0">
              <a:buNone/>
              <a:defRPr sz="720"/>
            </a:lvl1pPr>
            <a:lvl2pPr marL="205740" indent="0">
              <a:buNone/>
              <a:defRPr sz="630"/>
            </a:lvl2pPr>
            <a:lvl3pPr marL="411480" indent="0">
              <a:buNone/>
              <a:defRPr sz="540"/>
            </a:lvl3pPr>
            <a:lvl4pPr marL="617220" indent="0">
              <a:buNone/>
              <a:defRPr sz="450"/>
            </a:lvl4pPr>
            <a:lvl5pPr marL="822960" indent="0">
              <a:buNone/>
              <a:defRPr sz="450"/>
            </a:lvl5pPr>
            <a:lvl6pPr marL="1028700" indent="0">
              <a:buNone/>
              <a:defRPr sz="450"/>
            </a:lvl6pPr>
            <a:lvl7pPr marL="1234440" indent="0">
              <a:buNone/>
              <a:defRPr sz="450"/>
            </a:lvl7pPr>
            <a:lvl8pPr marL="1440180" indent="0">
              <a:buNone/>
              <a:defRPr sz="450"/>
            </a:lvl8pPr>
            <a:lvl9pPr marL="164592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6404C-D7E7-49C0-BB44-96CB91DFC0BD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4FA50-7369-459C-9296-FC1328F27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57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9" y="213360"/>
            <a:ext cx="1327130" cy="746760"/>
          </a:xfrm>
        </p:spPr>
        <p:txBody>
          <a:bodyPr anchor="b"/>
          <a:lstStyle>
            <a:lvl1pPr>
              <a:defRPr sz="1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49326" y="460799"/>
            <a:ext cx="2083118" cy="2274358"/>
          </a:xfrm>
        </p:spPr>
        <p:txBody>
          <a:bodyPr anchor="t"/>
          <a:lstStyle>
            <a:lvl1pPr marL="0" indent="0">
              <a:buNone/>
              <a:defRPr sz="1440"/>
            </a:lvl1pPr>
            <a:lvl2pPr marL="205740" indent="0">
              <a:buNone/>
              <a:defRPr sz="1260"/>
            </a:lvl2pPr>
            <a:lvl3pPr marL="411480" indent="0">
              <a:buNone/>
              <a:defRPr sz="1080"/>
            </a:lvl3pPr>
            <a:lvl4pPr marL="617220" indent="0">
              <a:buNone/>
              <a:defRPr sz="900"/>
            </a:lvl4pPr>
            <a:lvl5pPr marL="822960" indent="0">
              <a:buNone/>
              <a:defRPr sz="900"/>
            </a:lvl5pPr>
            <a:lvl6pPr marL="1028700" indent="0">
              <a:buNone/>
              <a:defRPr sz="900"/>
            </a:lvl6pPr>
            <a:lvl7pPr marL="1234440" indent="0">
              <a:buNone/>
              <a:defRPr sz="900"/>
            </a:lvl7pPr>
            <a:lvl8pPr marL="1440180" indent="0">
              <a:buNone/>
              <a:defRPr sz="900"/>
            </a:lvl8pPr>
            <a:lvl9pPr marL="1645920" indent="0">
              <a:buNone/>
              <a:defRPr sz="9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3429" y="960120"/>
            <a:ext cx="1327130" cy="1778741"/>
          </a:xfrm>
        </p:spPr>
        <p:txBody>
          <a:bodyPr/>
          <a:lstStyle>
            <a:lvl1pPr marL="0" indent="0">
              <a:buNone/>
              <a:defRPr sz="720"/>
            </a:lvl1pPr>
            <a:lvl2pPr marL="205740" indent="0">
              <a:buNone/>
              <a:defRPr sz="630"/>
            </a:lvl2pPr>
            <a:lvl3pPr marL="411480" indent="0">
              <a:buNone/>
              <a:defRPr sz="540"/>
            </a:lvl3pPr>
            <a:lvl4pPr marL="617220" indent="0">
              <a:buNone/>
              <a:defRPr sz="450"/>
            </a:lvl4pPr>
            <a:lvl5pPr marL="822960" indent="0">
              <a:buNone/>
              <a:defRPr sz="450"/>
            </a:lvl5pPr>
            <a:lvl6pPr marL="1028700" indent="0">
              <a:buNone/>
              <a:defRPr sz="450"/>
            </a:lvl6pPr>
            <a:lvl7pPr marL="1234440" indent="0">
              <a:buNone/>
              <a:defRPr sz="450"/>
            </a:lvl7pPr>
            <a:lvl8pPr marL="1440180" indent="0">
              <a:buNone/>
              <a:defRPr sz="450"/>
            </a:lvl8pPr>
            <a:lvl9pPr marL="164592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6404C-D7E7-49C0-BB44-96CB91DFC0BD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4FA50-7369-459C-9296-FC1328F27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443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6404C-D7E7-49C0-BB44-96CB91DFC0BD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4FA50-7369-459C-9296-FC1328F27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943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44654" y="170392"/>
            <a:ext cx="887254" cy="271219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2893" y="170392"/>
            <a:ext cx="2610326" cy="27121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6404C-D7E7-49C0-BB44-96CB91DFC0BD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4FA50-7369-459C-9296-FC1328F27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873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2893" y="170392"/>
            <a:ext cx="3549015" cy="6185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893" y="851959"/>
            <a:ext cx="3549015" cy="2030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2893" y="2966297"/>
            <a:ext cx="92583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26404C-D7E7-49C0-BB44-96CB91DFC0BD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63028" y="2966297"/>
            <a:ext cx="1388745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06078" y="2966297"/>
            <a:ext cx="92583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44FA50-7369-459C-9296-FC1328F27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993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11480" rtl="0" eaLnBrk="1" latinLnBrk="0" hangingPunct="1">
        <a:lnSpc>
          <a:spcPct val="90000"/>
        </a:lnSpc>
        <a:spcBef>
          <a:spcPct val="0"/>
        </a:spcBef>
        <a:buNone/>
        <a:defRPr sz="19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2870" indent="-102870" algn="l" defTabSz="41148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4pPr>
      <a:lvl5pPr marL="92583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5pPr>
      <a:lvl6pPr marL="113157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6pPr>
      <a:lvl7pPr marL="133731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7pPr>
      <a:lvl8pPr marL="154305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8pPr>
      <a:lvl9pPr marL="174879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3pPr>
      <a:lvl4pPr marL="61722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5pPr>
      <a:lvl6pPr marL="102870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6pPr>
      <a:lvl7pPr marL="123444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7pPr>
      <a:lvl8pPr marL="144018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42A1B9A-DA3E-15FF-B6ED-2779F3385B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" y="76200"/>
            <a:ext cx="4064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275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TU-Pseudonym 7504255944999905</dc:creator>
  <cp:lastModifiedBy>TU-Pseudonym 7504255944999905</cp:lastModifiedBy>
  <cp:revision>2</cp:revision>
  <dcterms:created xsi:type="dcterms:W3CDTF">2026-02-05T22:19:11Z</dcterms:created>
  <dcterms:modified xsi:type="dcterms:W3CDTF">2026-02-05T22:25:37Z</dcterms:modified>
</cp:coreProperties>
</file>