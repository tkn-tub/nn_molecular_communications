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  <p:sldMasterId id="2147483683" r:id="rId2"/>
  </p:sldMasterIdLst>
  <p:notesMasterIdLst>
    <p:notesMasterId r:id="rId4"/>
  </p:notesMasterIdLst>
  <p:sldIdLst>
    <p:sldId id="1947" r:id="rId3"/>
  </p:sldIdLst>
  <p:sldSz cx="7920038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64" userDrawn="1">
          <p15:clr>
            <a:srgbClr val="A4A3A4"/>
          </p15:clr>
        </p15:guide>
        <p15:guide id="2" pos="112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D4CC"/>
    <a:srgbClr val="FFFFFF"/>
    <a:srgbClr val="E7EBE8"/>
    <a:srgbClr val="E8BD33"/>
    <a:srgbClr val="F8CBAD"/>
    <a:srgbClr val="156082"/>
    <a:srgbClr val="738965"/>
    <a:srgbClr val="C55A11"/>
    <a:srgbClr val="D68B58"/>
    <a:srgbClr val="CC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5036" autoAdjust="0"/>
  </p:normalViewPr>
  <p:slideViewPr>
    <p:cSldViewPr snapToGrid="0" showGuides="1">
      <p:cViewPr varScale="1">
        <p:scale>
          <a:sx n="123" d="100"/>
          <a:sy n="123" d="100"/>
        </p:scale>
        <p:origin x="858" y="108"/>
      </p:cViewPr>
      <p:guideLst>
        <p:guide orient="horz" pos="3264"/>
        <p:guide pos="1123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651C66-AD54-4E79-8A09-AB61F6095E8D}" type="datetimeFigureOut">
              <a:rPr lang="LID4096" smtClean="0"/>
              <a:t>05/02/2026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646238" y="1143000"/>
            <a:ext cx="3565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5572D0-3795-4C3C-849E-BDA62F558749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3999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4">
            <a:extLst>
              <a:ext uri="{FF2B5EF4-FFF2-40B4-BE49-F238E27FC236}">
                <a16:creationId xmlns:a16="http://schemas.microsoft.com/office/drawing/2014/main" id="{DA4ED779-1BF4-E9B2-D05D-97789C628B36}"/>
              </a:ext>
            </a:extLst>
          </p:cNvPr>
          <p:cNvSpPr/>
          <p:nvPr userDrawn="1"/>
        </p:nvSpPr>
        <p:spPr>
          <a:xfrm>
            <a:off x="0" y="1668464"/>
            <a:ext cx="7920038" cy="5189537"/>
          </a:xfrm>
          <a:custGeom>
            <a:avLst/>
            <a:gdLst>
              <a:gd name="connsiteX0" fmla="*/ 0 w 12192000"/>
              <a:gd name="connsiteY0" fmla="*/ 0 h 4760912"/>
              <a:gd name="connsiteX1" fmla="*/ 12192000 w 12192000"/>
              <a:gd name="connsiteY1" fmla="*/ 0 h 4760912"/>
              <a:gd name="connsiteX2" fmla="*/ 12192000 w 12192000"/>
              <a:gd name="connsiteY2" fmla="*/ 4760912 h 4760912"/>
              <a:gd name="connsiteX3" fmla="*/ 0 w 12192000"/>
              <a:gd name="connsiteY3" fmla="*/ 4760912 h 4760912"/>
              <a:gd name="connsiteX4" fmla="*/ 0 w 12192000"/>
              <a:gd name="connsiteY4" fmla="*/ 0 h 4760912"/>
              <a:gd name="connsiteX0" fmla="*/ 0 w 12192000"/>
              <a:gd name="connsiteY0" fmla="*/ 212725 h 4973637"/>
              <a:gd name="connsiteX1" fmla="*/ 12192000 w 12192000"/>
              <a:gd name="connsiteY1" fmla="*/ 0 h 4973637"/>
              <a:gd name="connsiteX2" fmla="*/ 12192000 w 12192000"/>
              <a:gd name="connsiteY2" fmla="*/ 4973637 h 4973637"/>
              <a:gd name="connsiteX3" fmla="*/ 0 w 12192000"/>
              <a:gd name="connsiteY3" fmla="*/ 4973637 h 4973637"/>
              <a:gd name="connsiteX4" fmla="*/ 0 w 12192000"/>
              <a:gd name="connsiteY4" fmla="*/ 212725 h 4973637"/>
              <a:gd name="connsiteX0" fmla="*/ 0 w 12192000"/>
              <a:gd name="connsiteY0" fmla="*/ 428625 h 5189537"/>
              <a:gd name="connsiteX1" fmla="*/ 12192000 w 12192000"/>
              <a:gd name="connsiteY1" fmla="*/ 0 h 5189537"/>
              <a:gd name="connsiteX2" fmla="*/ 12192000 w 12192000"/>
              <a:gd name="connsiteY2" fmla="*/ 5189537 h 5189537"/>
              <a:gd name="connsiteX3" fmla="*/ 0 w 12192000"/>
              <a:gd name="connsiteY3" fmla="*/ 5189537 h 5189537"/>
              <a:gd name="connsiteX4" fmla="*/ 0 w 12192000"/>
              <a:gd name="connsiteY4" fmla="*/ 428625 h 5189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5189537">
                <a:moveTo>
                  <a:pt x="0" y="428625"/>
                </a:moveTo>
                <a:lnTo>
                  <a:pt x="12192000" y="0"/>
                </a:lnTo>
                <a:lnTo>
                  <a:pt x="12192000" y="5189537"/>
                </a:lnTo>
                <a:lnTo>
                  <a:pt x="0" y="5189537"/>
                </a:lnTo>
                <a:lnTo>
                  <a:pt x="0" y="428625"/>
                </a:lnTo>
                <a:close/>
              </a:path>
            </a:pathLst>
          </a:custGeom>
          <a:gradFill>
            <a:gsLst>
              <a:gs pos="0">
                <a:srgbClr val="1F90CC"/>
              </a:gs>
              <a:gs pos="100000">
                <a:srgbClr val="9013FE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17" name="Rechteck 4">
            <a:extLst>
              <a:ext uri="{FF2B5EF4-FFF2-40B4-BE49-F238E27FC236}">
                <a16:creationId xmlns:a16="http://schemas.microsoft.com/office/drawing/2014/main" id="{220A97D8-26D0-E064-8D44-BA1E44C754AA}"/>
              </a:ext>
            </a:extLst>
          </p:cNvPr>
          <p:cNvSpPr/>
          <p:nvPr userDrawn="1"/>
        </p:nvSpPr>
        <p:spPr>
          <a:xfrm>
            <a:off x="-4209" y="1668463"/>
            <a:ext cx="7920038" cy="5189537"/>
          </a:xfrm>
          <a:custGeom>
            <a:avLst/>
            <a:gdLst>
              <a:gd name="connsiteX0" fmla="*/ 0 w 12192000"/>
              <a:gd name="connsiteY0" fmla="*/ 0 h 4760912"/>
              <a:gd name="connsiteX1" fmla="*/ 12192000 w 12192000"/>
              <a:gd name="connsiteY1" fmla="*/ 0 h 4760912"/>
              <a:gd name="connsiteX2" fmla="*/ 12192000 w 12192000"/>
              <a:gd name="connsiteY2" fmla="*/ 4760912 h 4760912"/>
              <a:gd name="connsiteX3" fmla="*/ 0 w 12192000"/>
              <a:gd name="connsiteY3" fmla="*/ 4760912 h 4760912"/>
              <a:gd name="connsiteX4" fmla="*/ 0 w 12192000"/>
              <a:gd name="connsiteY4" fmla="*/ 0 h 4760912"/>
              <a:gd name="connsiteX0" fmla="*/ 0 w 12192000"/>
              <a:gd name="connsiteY0" fmla="*/ 212725 h 4973637"/>
              <a:gd name="connsiteX1" fmla="*/ 12192000 w 12192000"/>
              <a:gd name="connsiteY1" fmla="*/ 0 h 4973637"/>
              <a:gd name="connsiteX2" fmla="*/ 12192000 w 12192000"/>
              <a:gd name="connsiteY2" fmla="*/ 4973637 h 4973637"/>
              <a:gd name="connsiteX3" fmla="*/ 0 w 12192000"/>
              <a:gd name="connsiteY3" fmla="*/ 4973637 h 4973637"/>
              <a:gd name="connsiteX4" fmla="*/ 0 w 12192000"/>
              <a:gd name="connsiteY4" fmla="*/ 212725 h 4973637"/>
              <a:gd name="connsiteX0" fmla="*/ 0 w 12192000"/>
              <a:gd name="connsiteY0" fmla="*/ 428625 h 5189537"/>
              <a:gd name="connsiteX1" fmla="*/ 12192000 w 12192000"/>
              <a:gd name="connsiteY1" fmla="*/ 0 h 5189537"/>
              <a:gd name="connsiteX2" fmla="*/ 12192000 w 12192000"/>
              <a:gd name="connsiteY2" fmla="*/ 5189537 h 5189537"/>
              <a:gd name="connsiteX3" fmla="*/ 0 w 12192000"/>
              <a:gd name="connsiteY3" fmla="*/ 5189537 h 5189537"/>
              <a:gd name="connsiteX4" fmla="*/ 0 w 12192000"/>
              <a:gd name="connsiteY4" fmla="*/ 428625 h 5189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5189537">
                <a:moveTo>
                  <a:pt x="0" y="428625"/>
                </a:moveTo>
                <a:lnTo>
                  <a:pt x="12192000" y="0"/>
                </a:lnTo>
                <a:lnTo>
                  <a:pt x="12192000" y="5189537"/>
                </a:lnTo>
                <a:lnTo>
                  <a:pt x="0" y="5189537"/>
                </a:lnTo>
                <a:lnTo>
                  <a:pt x="0" y="428625"/>
                </a:lnTo>
                <a:close/>
              </a:path>
            </a:pathLst>
          </a:custGeom>
          <a:gradFill>
            <a:gsLst>
              <a:gs pos="0">
                <a:srgbClr val="FF6C00"/>
              </a:gs>
              <a:gs pos="100000">
                <a:srgbClr val="C40D1E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pic>
        <p:nvPicPr>
          <p:cNvPr id="3" name="Grafik 6">
            <a:extLst>
              <a:ext uri="{FF2B5EF4-FFF2-40B4-BE49-F238E27FC236}">
                <a16:creationId xmlns:a16="http://schemas.microsoft.com/office/drawing/2014/main" id="{0E7932CC-57F5-7FF5-6F53-EF9A888DB6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98643" y="378741"/>
            <a:ext cx="1461621" cy="774000"/>
          </a:xfrm>
          <a:prstGeom prst="rect">
            <a:avLst/>
          </a:prstGeom>
        </p:spPr>
      </p:pic>
      <p:sp>
        <p:nvSpPr>
          <p:cNvPr id="4098" name="Rectangle 2">
            <a:extLst>
              <a:ext uri="{FF2B5EF4-FFF2-40B4-BE49-F238E27FC236}">
                <a16:creationId xmlns:a16="http://schemas.microsoft.com/office/drawing/2014/main" id="{5F2B473E-6402-CF41-B498-BF4083E1F7F1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357805" y="5431615"/>
            <a:ext cx="5409999" cy="461665"/>
          </a:xfrm>
          <a:noFill/>
        </p:spPr>
        <p:txBody>
          <a:bodyPr wrap="square" lIns="0" tIns="0" rIns="0" bIns="0" rtlCol="0">
            <a:spAutoFit/>
          </a:bodyPr>
          <a:lstStyle>
            <a:lvl1pPr algn="l">
              <a:defRPr lang="en-US" altLang="en-US" sz="3000" noProof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 algn="ctr">
              <a:lnSpc>
                <a:spcPts val="3600"/>
              </a:lnSpc>
            </a:pPr>
            <a:r>
              <a:rPr lang="en-US" altLang="en-US" noProof="0" dirty="0"/>
              <a:t>Click to edit Master title style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44EFF916-2BDB-4E4D-8A01-EDEA9161D58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357806" y="6097225"/>
            <a:ext cx="5409999" cy="283411"/>
          </a:xfrm>
          <a:noFill/>
        </p:spPr>
        <p:txBody>
          <a:bodyPr wrap="square" lIns="0" tIns="0" rIns="0" bIns="0" rtlCol="0">
            <a:spAutoFit/>
          </a:bodyPr>
          <a:lstStyle>
            <a:lvl1pPr>
              <a:defRPr lang="en-US" altLang="en-US" sz="18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defTabSz="914400" fontAlgn="auto" latinLnBrk="0">
              <a:lnSpc>
                <a:spcPts val="24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altLang="en-US" noProof="0" dirty="0"/>
              <a:t>Click to edit Master subtitle style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8AF8769-66B8-2076-3312-6FFEC190D6B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098642" y="5982101"/>
            <a:ext cx="1580095" cy="497158"/>
          </a:xfrm>
          <a:prstGeom prst="rect">
            <a:avLst/>
          </a:prstGeom>
        </p:spPr>
      </p:pic>
      <p:sp>
        <p:nvSpPr>
          <p:cNvPr id="15" name="Bildplatzhalter 23">
            <a:extLst>
              <a:ext uri="{FF2B5EF4-FFF2-40B4-BE49-F238E27FC236}">
                <a16:creationId xmlns:a16="http://schemas.microsoft.com/office/drawing/2014/main" id="{6D21FA3E-20E0-EB86-2D08-F46A8F5CDCA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-4209" y="1260572"/>
            <a:ext cx="5772013" cy="3273604"/>
          </a:xfrm>
          <a:custGeom>
            <a:avLst/>
            <a:gdLst>
              <a:gd name="connsiteX0" fmla="*/ 0 w 8328660"/>
              <a:gd name="connsiteY0" fmla="*/ 0 h 3143274"/>
              <a:gd name="connsiteX1" fmla="*/ 8328660 w 8328660"/>
              <a:gd name="connsiteY1" fmla="*/ 0 h 3143274"/>
              <a:gd name="connsiteX2" fmla="*/ 8328660 w 8328660"/>
              <a:gd name="connsiteY2" fmla="*/ 3143274 h 3143274"/>
              <a:gd name="connsiteX3" fmla="*/ 0 w 8328660"/>
              <a:gd name="connsiteY3" fmla="*/ 3143274 h 3143274"/>
              <a:gd name="connsiteX4" fmla="*/ 0 w 8328660"/>
              <a:gd name="connsiteY4" fmla="*/ 0 h 3143274"/>
              <a:gd name="connsiteX0" fmla="*/ 0 w 8336280"/>
              <a:gd name="connsiteY0" fmla="*/ 601980 h 3745254"/>
              <a:gd name="connsiteX1" fmla="*/ 8336280 w 8336280"/>
              <a:gd name="connsiteY1" fmla="*/ 0 h 3745254"/>
              <a:gd name="connsiteX2" fmla="*/ 8328660 w 8336280"/>
              <a:gd name="connsiteY2" fmla="*/ 3745254 h 3745254"/>
              <a:gd name="connsiteX3" fmla="*/ 0 w 8336280"/>
              <a:gd name="connsiteY3" fmla="*/ 3745254 h 3745254"/>
              <a:gd name="connsiteX4" fmla="*/ 0 w 8336280"/>
              <a:gd name="connsiteY4" fmla="*/ 601980 h 3745254"/>
              <a:gd name="connsiteX0" fmla="*/ 0 w 8336280"/>
              <a:gd name="connsiteY0" fmla="*/ 601980 h 3745254"/>
              <a:gd name="connsiteX1" fmla="*/ 8336280 w 8336280"/>
              <a:gd name="connsiteY1" fmla="*/ 0 h 3745254"/>
              <a:gd name="connsiteX2" fmla="*/ 8321040 w 8336280"/>
              <a:gd name="connsiteY2" fmla="*/ 3242334 h 3745254"/>
              <a:gd name="connsiteX3" fmla="*/ 0 w 8336280"/>
              <a:gd name="connsiteY3" fmla="*/ 3745254 h 3745254"/>
              <a:gd name="connsiteX4" fmla="*/ 0 w 8336280"/>
              <a:gd name="connsiteY4" fmla="*/ 601980 h 3745254"/>
              <a:gd name="connsiteX0" fmla="*/ 0 w 8336280"/>
              <a:gd name="connsiteY0" fmla="*/ 286029 h 3429303"/>
              <a:gd name="connsiteX1" fmla="*/ 8336280 w 8336280"/>
              <a:gd name="connsiteY1" fmla="*/ 0 h 3429303"/>
              <a:gd name="connsiteX2" fmla="*/ 8321040 w 8336280"/>
              <a:gd name="connsiteY2" fmla="*/ 2926383 h 3429303"/>
              <a:gd name="connsiteX3" fmla="*/ 0 w 8336280"/>
              <a:gd name="connsiteY3" fmla="*/ 3429303 h 3429303"/>
              <a:gd name="connsiteX4" fmla="*/ 0 w 8336280"/>
              <a:gd name="connsiteY4" fmla="*/ 286029 h 3429303"/>
              <a:gd name="connsiteX0" fmla="*/ 0 w 8339997"/>
              <a:gd name="connsiteY0" fmla="*/ 312049 h 3429303"/>
              <a:gd name="connsiteX1" fmla="*/ 8339997 w 8339997"/>
              <a:gd name="connsiteY1" fmla="*/ 0 h 3429303"/>
              <a:gd name="connsiteX2" fmla="*/ 8324757 w 8339997"/>
              <a:gd name="connsiteY2" fmla="*/ 2926383 h 3429303"/>
              <a:gd name="connsiteX3" fmla="*/ 3717 w 8339997"/>
              <a:gd name="connsiteY3" fmla="*/ 3429303 h 3429303"/>
              <a:gd name="connsiteX4" fmla="*/ 0 w 8339997"/>
              <a:gd name="connsiteY4" fmla="*/ 312049 h 3429303"/>
              <a:gd name="connsiteX0" fmla="*/ 0 w 8343172"/>
              <a:gd name="connsiteY0" fmla="*/ 305699 h 3429303"/>
              <a:gd name="connsiteX1" fmla="*/ 8343172 w 8343172"/>
              <a:gd name="connsiteY1" fmla="*/ 0 h 3429303"/>
              <a:gd name="connsiteX2" fmla="*/ 8327932 w 8343172"/>
              <a:gd name="connsiteY2" fmla="*/ 2926383 h 3429303"/>
              <a:gd name="connsiteX3" fmla="*/ 6892 w 8343172"/>
              <a:gd name="connsiteY3" fmla="*/ 3429303 h 3429303"/>
              <a:gd name="connsiteX4" fmla="*/ 0 w 8343172"/>
              <a:gd name="connsiteY4" fmla="*/ 305699 h 3429303"/>
              <a:gd name="connsiteX0" fmla="*/ 0 w 8349522"/>
              <a:gd name="connsiteY0" fmla="*/ 308874 h 3429303"/>
              <a:gd name="connsiteX1" fmla="*/ 8349522 w 8349522"/>
              <a:gd name="connsiteY1" fmla="*/ 0 h 3429303"/>
              <a:gd name="connsiteX2" fmla="*/ 8334282 w 8349522"/>
              <a:gd name="connsiteY2" fmla="*/ 2926383 h 3429303"/>
              <a:gd name="connsiteX3" fmla="*/ 13242 w 8349522"/>
              <a:gd name="connsiteY3" fmla="*/ 3429303 h 3429303"/>
              <a:gd name="connsiteX4" fmla="*/ 0 w 8349522"/>
              <a:gd name="connsiteY4" fmla="*/ 308874 h 3429303"/>
              <a:gd name="connsiteX0" fmla="*/ 0 w 8352697"/>
              <a:gd name="connsiteY0" fmla="*/ 312049 h 3429303"/>
              <a:gd name="connsiteX1" fmla="*/ 8352697 w 8352697"/>
              <a:gd name="connsiteY1" fmla="*/ 0 h 3429303"/>
              <a:gd name="connsiteX2" fmla="*/ 8337457 w 8352697"/>
              <a:gd name="connsiteY2" fmla="*/ 2926383 h 3429303"/>
              <a:gd name="connsiteX3" fmla="*/ 16417 w 8352697"/>
              <a:gd name="connsiteY3" fmla="*/ 3429303 h 3429303"/>
              <a:gd name="connsiteX4" fmla="*/ 0 w 8352697"/>
              <a:gd name="connsiteY4" fmla="*/ 312049 h 3429303"/>
              <a:gd name="connsiteX0" fmla="*/ 0 w 8349522"/>
              <a:gd name="connsiteY0" fmla="*/ 302524 h 3429303"/>
              <a:gd name="connsiteX1" fmla="*/ 8349522 w 8349522"/>
              <a:gd name="connsiteY1" fmla="*/ 0 h 3429303"/>
              <a:gd name="connsiteX2" fmla="*/ 8334282 w 8349522"/>
              <a:gd name="connsiteY2" fmla="*/ 2926383 h 3429303"/>
              <a:gd name="connsiteX3" fmla="*/ 13242 w 8349522"/>
              <a:gd name="connsiteY3" fmla="*/ 3429303 h 3429303"/>
              <a:gd name="connsiteX4" fmla="*/ 0 w 8349522"/>
              <a:gd name="connsiteY4" fmla="*/ 302524 h 3429303"/>
              <a:gd name="connsiteX0" fmla="*/ 0 w 8349522"/>
              <a:gd name="connsiteY0" fmla="*/ 302524 h 3226103"/>
              <a:gd name="connsiteX1" fmla="*/ 8349522 w 8349522"/>
              <a:gd name="connsiteY1" fmla="*/ 0 h 3226103"/>
              <a:gd name="connsiteX2" fmla="*/ 8334282 w 8349522"/>
              <a:gd name="connsiteY2" fmla="*/ 2926383 h 3226103"/>
              <a:gd name="connsiteX3" fmla="*/ 13242 w 8349522"/>
              <a:gd name="connsiteY3" fmla="*/ 3226103 h 3226103"/>
              <a:gd name="connsiteX4" fmla="*/ 0 w 8349522"/>
              <a:gd name="connsiteY4" fmla="*/ 302524 h 3226103"/>
              <a:gd name="connsiteX0" fmla="*/ 0 w 8883911"/>
              <a:gd name="connsiteY0" fmla="*/ 326274 h 3226103"/>
              <a:gd name="connsiteX1" fmla="*/ 8883911 w 8883911"/>
              <a:gd name="connsiteY1" fmla="*/ 0 h 3226103"/>
              <a:gd name="connsiteX2" fmla="*/ 8868671 w 8883911"/>
              <a:gd name="connsiteY2" fmla="*/ 2926383 h 3226103"/>
              <a:gd name="connsiteX3" fmla="*/ 547631 w 8883911"/>
              <a:gd name="connsiteY3" fmla="*/ 3226103 h 3226103"/>
              <a:gd name="connsiteX4" fmla="*/ 0 w 8883911"/>
              <a:gd name="connsiteY4" fmla="*/ 326274 h 3226103"/>
              <a:gd name="connsiteX0" fmla="*/ 0 w 8872036"/>
              <a:gd name="connsiteY0" fmla="*/ 326274 h 3226103"/>
              <a:gd name="connsiteX1" fmla="*/ 8872036 w 8872036"/>
              <a:gd name="connsiteY1" fmla="*/ 0 h 3226103"/>
              <a:gd name="connsiteX2" fmla="*/ 8856796 w 8872036"/>
              <a:gd name="connsiteY2" fmla="*/ 2926383 h 3226103"/>
              <a:gd name="connsiteX3" fmla="*/ 535756 w 8872036"/>
              <a:gd name="connsiteY3" fmla="*/ 3226103 h 3226103"/>
              <a:gd name="connsiteX4" fmla="*/ 0 w 8872036"/>
              <a:gd name="connsiteY4" fmla="*/ 326274 h 3226103"/>
              <a:gd name="connsiteX0" fmla="*/ 34357 w 8906393"/>
              <a:gd name="connsiteY0" fmla="*/ 326274 h 3273604"/>
              <a:gd name="connsiteX1" fmla="*/ 8906393 w 8906393"/>
              <a:gd name="connsiteY1" fmla="*/ 0 h 3273604"/>
              <a:gd name="connsiteX2" fmla="*/ 8891153 w 8906393"/>
              <a:gd name="connsiteY2" fmla="*/ 2926383 h 3273604"/>
              <a:gd name="connsiteX3" fmla="*/ 98 w 8906393"/>
              <a:gd name="connsiteY3" fmla="*/ 3273604 h 3273604"/>
              <a:gd name="connsiteX4" fmla="*/ 34357 w 8906393"/>
              <a:gd name="connsiteY4" fmla="*/ 326274 h 3273604"/>
              <a:gd name="connsiteX0" fmla="*/ 0 w 8907662"/>
              <a:gd name="connsiteY0" fmla="*/ 338149 h 3273604"/>
              <a:gd name="connsiteX1" fmla="*/ 8907662 w 8907662"/>
              <a:gd name="connsiteY1" fmla="*/ 0 h 3273604"/>
              <a:gd name="connsiteX2" fmla="*/ 8892422 w 8907662"/>
              <a:gd name="connsiteY2" fmla="*/ 2926383 h 3273604"/>
              <a:gd name="connsiteX3" fmla="*/ 1367 w 8907662"/>
              <a:gd name="connsiteY3" fmla="*/ 3273604 h 3273604"/>
              <a:gd name="connsiteX4" fmla="*/ 0 w 8907662"/>
              <a:gd name="connsiteY4" fmla="*/ 338149 h 3273604"/>
              <a:gd name="connsiteX0" fmla="*/ 0 w 8907662"/>
              <a:gd name="connsiteY0" fmla="*/ 338149 h 3273604"/>
              <a:gd name="connsiteX1" fmla="*/ 8907662 w 8907662"/>
              <a:gd name="connsiteY1" fmla="*/ 0 h 3273604"/>
              <a:gd name="connsiteX2" fmla="*/ 8892422 w 8907662"/>
              <a:gd name="connsiteY2" fmla="*/ 2926383 h 3273604"/>
              <a:gd name="connsiteX3" fmla="*/ 32591 w 8907662"/>
              <a:gd name="connsiteY3" fmla="*/ 3273604 h 3273604"/>
              <a:gd name="connsiteX4" fmla="*/ 0 w 8907662"/>
              <a:gd name="connsiteY4" fmla="*/ 338149 h 3273604"/>
              <a:gd name="connsiteX0" fmla="*/ 0 w 8885359"/>
              <a:gd name="connsiteY0" fmla="*/ 338149 h 3273604"/>
              <a:gd name="connsiteX1" fmla="*/ 8885359 w 8885359"/>
              <a:gd name="connsiteY1" fmla="*/ 0 h 3273604"/>
              <a:gd name="connsiteX2" fmla="*/ 8870119 w 8885359"/>
              <a:gd name="connsiteY2" fmla="*/ 2926383 h 3273604"/>
              <a:gd name="connsiteX3" fmla="*/ 10288 w 8885359"/>
              <a:gd name="connsiteY3" fmla="*/ 3273604 h 3273604"/>
              <a:gd name="connsiteX4" fmla="*/ 0 w 8885359"/>
              <a:gd name="connsiteY4" fmla="*/ 338149 h 3273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85359" h="3273604">
                <a:moveTo>
                  <a:pt x="0" y="338149"/>
                </a:moveTo>
                <a:lnTo>
                  <a:pt x="8885359" y="0"/>
                </a:lnTo>
                <a:lnTo>
                  <a:pt x="8870119" y="2926383"/>
                </a:lnTo>
                <a:lnTo>
                  <a:pt x="10288" y="3273604"/>
                </a:lnTo>
                <a:cubicBezTo>
                  <a:pt x="7991" y="2232403"/>
                  <a:pt x="2297" y="1379350"/>
                  <a:pt x="0" y="338149"/>
                </a:cubicBezTo>
                <a:close/>
              </a:path>
            </a:pathLst>
          </a:custGeom>
          <a:solidFill>
            <a:srgbClr val="434343"/>
          </a:solidFill>
        </p:spPr>
        <p:txBody>
          <a:bodyPr lIns="576000"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Platzhalter: Bild Titelfolie</a:t>
            </a:r>
          </a:p>
        </p:txBody>
      </p:sp>
    </p:spTree>
    <p:extLst>
      <p:ext uri="{BB962C8B-B14F-4D97-AF65-F5344CB8AC3E}">
        <p14:creationId xmlns:p14="http://schemas.microsoft.com/office/powerpoint/2010/main" val="862513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4"/>
          <p:cNvSpPr>
            <a:spLocks noGrp="1"/>
          </p:cNvSpPr>
          <p:nvPr>
            <p:ph type="body" sz="quarter" idx="15"/>
          </p:nvPr>
        </p:nvSpPr>
        <p:spPr>
          <a:xfrm>
            <a:off x="1081431" y="3532822"/>
            <a:ext cx="4605743" cy="2848928"/>
          </a:xfrm>
        </p:spPr>
        <p:txBody>
          <a:bodyPr/>
          <a:lstStyle>
            <a:lvl1pPr marL="360000" indent="-360000">
              <a:buFont typeface="+mj-lt"/>
              <a:buAutoNum type="arabicPeriod"/>
              <a:defRPr b="0"/>
            </a:lvl1pPr>
            <a:lvl2pPr marL="720000" indent="-360000">
              <a:buFont typeface="+mj-lt"/>
              <a:buAutoNum type="arabicPeriod"/>
              <a:defRPr b="0"/>
            </a:lvl2pPr>
            <a:lvl3pPr marL="1080000" indent="-360000">
              <a:buFont typeface="+mj-lt"/>
              <a:buAutoNum type="arabicPeriod"/>
              <a:defRPr b="0"/>
            </a:lvl3pPr>
            <a:lvl4pPr marL="1438275" indent="-360000">
              <a:buFont typeface="+mj-lt"/>
              <a:buAutoNum type="arabicPeriod"/>
              <a:defRPr b="0"/>
            </a:lvl4pPr>
            <a:lvl5pPr marL="1800000" indent="-360000">
              <a:buFont typeface="+mj-lt"/>
              <a:buAutoNum type="arabicPeriod"/>
              <a:defRPr b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10" name="Titel 58"/>
          <p:cNvSpPr>
            <a:spLocks noGrp="1"/>
          </p:cNvSpPr>
          <p:nvPr>
            <p:ph type="title"/>
          </p:nvPr>
        </p:nvSpPr>
        <p:spPr>
          <a:xfrm>
            <a:off x="213596" y="1484784"/>
            <a:ext cx="7474172" cy="1440160"/>
          </a:xfrm>
        </p:spPr>
        <p:txBody>
          <a:bodyPr lIns="0" rIns="0"/>
          <a:lstStyle>
            <a:lvl1pPr>
              <a:defRPr sz="3600"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D0D6423F-79C6-D4FF-B391-6211A37080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5" name="Foliennummernplatzhalter 2">
            <a:extLst>
              <a:ext uri="{FF2B5EF4-FFF2-40B4-BE49-F238E27FC236}">
                <a16:creationId xmlns:a16="http://schemas.microsoft.com/office/drawing/2014/main" id="{265555E6-18F6-2689-89F0-8EDF633ECA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65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343662" y="1268413"/>
            <a:ext cx="6315406" cy="467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43662" y="6036150"/>
            <a:ext cx="6315406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CB92E6DA-9C1F-7191-58D8-E153A87492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4D173078-C179-33EB-BFB6-3550712DE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50815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5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43662" y="6043398"/>
            <a:ext cx="6338870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Fußzeilenplatzhalter 1028">
            <a:extLst>
              <a:ext uri="{FF2B5EF4-FFF2-40B4-BE49-F238E27FC236}">
                <a16:creationId xmlns:a16="http://schemas.microsoft.com/office/drawing/2014/main" id="{81CF8230-2661-7A51-CD47-E324E5943B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DDEB5E25-BF8B-C144-AF30-FFB04164DB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96611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2-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3680286" y="1258100"/>
            <a:ext cx="2978783" cy="4671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43663" y="1258100"/>
            <a:ext cx="2981607" cy="4671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343662" y="6047218"/>
            <a:ext cx="6315406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Fußzeilenplatzhalter 1028">
            <a:extLst>
              <a:ext uri="{FF2B5EF4-FFF2-40B4-BE49-F238E27FC236}">
                <a16:creationId xmlns:a16="http://schemas.microsoft.com/office/drawing/2014/main" id="{5A4BAC91-0879-E482-551E-CD8F06B989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11" name="Foliennummernplatzhalter 2">
            <a:extLst>
              <a:ext uri="{FF2B5EF4-FFF2-40B4-BE49-F238E27FC236}">
                <a16:creationId xmlns:a16="http://schemas.microsoft.com/office/drawing/2014/main" id="{0FD224DB-6EE8-2C65-56C0-FB3A8F7F16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72345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Bildplatzhalter 5"/>
          <p:cNvSpPr>
            <a:spLocks noGrp="1"/>
          </p:cNvSpPr>
          <p:nvPr>
            <p:ph type="pic" sz="quarter" idx="12"/>
          </p:nvPr>
        </p:nvSpPr>
        <p:spPr>
          <a:xfrm>
            <a:off x="211622" y="1268419"/>
            <a:ext cx="2309083" cy="5113337"/>
          </a:xfrm>
        </p:spPr>
        <p:txBody>
          <a:bodyPr/>
          <a:lstStyle/>
          <a:p>
            <a:r>
              <a:rPr lang="en-US"/>
              <a:t>Drag picture to placeholder or click icon to add</a:t>
            </a:r>
            <a:endParaRPr lang="de-DE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3"/>
          </p:nvPr>
        </p:nvSpPr>
        <p:spPr>
          <a:xfrm>
            <a:off x="2808824" y="1268419"/>
            <a:ext cx="4894177" cy="5113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218309" y="6165850"/>
            <a:ext cx="7483421" cy="2159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Fußzeilenplatzhalter 1028">
            <a:extLst>
              <a:ext uri="{FF2B5EF4-FFF2-40B4-BE49-F238E27FC236}">
                <a16:creationId xmlns:a16="http://schemas.microsoft.com/office/drawing/2014/main" id="{C47EA52E-8FAE-5EB4-F7A6-E957999F6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8" name="Foliennummernplatzhalter 2">
            <a:extLst>
              <a:ext uri="{FF2B5EF4-FFF2-40B4-BE49-F238E27FC236}">
                <a16:creationId xmlns:a16="http://schemas.microsoft.com/office/drawing/2014/main" id="{798F2A4E-EFFD-E764-794D-5DD81CE6B0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6313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Bildplatzhalter 5"/>
          <p:cNvSpPr>
            <a:spLocks noGrp="1"/>
          </p:cNvSpPr>
          <p:nvPr>
            <p:ph type="pic" sz="quarter" idx="12"/>
          </p:nvPr>
        </p:nvSpPr>
        <p:spPr>
          <a:xfrm>
            <a:off x="5399315" y="1268765"/>
            <a:ext cx="2309083" cy="5113337"/>
          </a:xfrm>
        </p:spPr>
        <p:txBody>
          <a:bodyPr/>
          <a:lstStyle/>
          <a:p>
            <a:r>
              <a:rPr lang="en-US"/>
              <a:t>Drag picture to placeholder or click icon to add</a:t>
            </a:r>
            <a:endParaRPr lang="de-DE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3"/>
          </p:nvPr>
        </p:nvSpPr>
        <p:spPr>
          <a:xfrm>
            <a:off x="217855" y="1268765"/>
            <a:ext cx="4894177" cy="5113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218309" y="6165850"/>
            <a:ext cx="7483421" cy="2159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Fußzeilenplatzhalter 1028">
            <a:extLst>
              <a:ext uri="{FF2B5EF4-FFF2-40B4-BE49-F238E27FC236}">
                <a16:creationId xmlns:a16="http://schemas.microsoft.com/office/drawing/2014/main" id="{684C4A9E-A03B-22EF-DEC0-1DDC5FAB05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8" name="Foliennummernplatzhalter 2">
            <a:extLst>
              <a:ext uri="{FF2B5EF4-FFF2-40B4-BE49-F238E27FC236}">
                <a16:creationId xmlns:a16="http://schemas.microsoft.com/office/drawing/2014/main" id="{E98E1DE2-09F2-64B3-9C92-C23473EF6D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2639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4003" y="1122363"/>
            <a:ext cx="6732032" cy="2387600"/>
          </a:xfrm>
        </p:spPr>
        <p:txBody>
          <a:bodyPr anchor="b"/>
          <a:lstStyle>
            <a:lvl1pPr algn="ctr">
              <a:defRPr sz="519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0005" y="3602038"/>
            <a:ext cx="5940029" cy="1655762"/>
          </a:xfrm>
        </p:spPr>
        <p:txBody>
          <a:bodyPr/>
          <a:lstStyle>
            <a:lvl1pPr marL="0" indent="0" algn="ctr">
              <a:buNone/>
              <a:defRPr sz="2079"/>
            </a:lvl1pPr>
            <a:lvl2pPr marL="395981" indent="0" algn="ctr">
              <a:buNone/>
              <a:defRPr sz="1732"/>
            </a:lvl2pPr>
            <a:lvl3pPr marL="791962" indent="0" algn="ctr">
              <a:buNone/>
              <a:defRPr sz="1559"/>
            </a:lvl3pPr>
            <a:lvl4pPr marL="1187943" indent="0" algn="ctr">
              <a:buNone/>
              <a:defRPr sz="1386"/>
            </a:lvl4pPr>
            <a:lvl5pPr marL="1583924" indent="0" algn="ctr">
              <a:buNone/>
              <a:defRPr sz="1386"/>
            </a:lvl5pPr>
            <a:lvl6pPr marL="1979905" indent="0" algn="ctr">
              <a:buNone/>
              <a:defRPr sz="1386"/>
            </a:lvl6pPr>
            <a:lvl7pPr marL="2375886" indent="0" algn="ctr">
              <a:buNone/>
              <a:defRPr sz="1386"/>
            </a:lvl7pPr>
            <a:lvl8pPr marL="2771866" indent="0" algn="ctr">
              <a:buNone/>
              <a:defRPr sz="1386"/>
            </a:lvl8pPr>
            <a:lvl9pPr marL="3167847" indent="0" algn="ctr">
              <a:buNone/>
              <a:defRPr sz="1386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80860925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836886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0378" y="1709740"/>
            <a:ext cx="6831033" cy="2852737"/>
          </a:xfrm>
        </p:spPr>
        <p:txBody>
          <a:bodyPr anchor="b"/>
          <a:lstStyle>
            <a:lvl1pPr>
              <a:defRPr sz="519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0378" y="4589465"/>
            <a:ext cx="6831033" cy="1500187"/>
          </a:xfrm>
        </p:spPr>
        <p:txBody>
          <a:bodyPr/>
          <a:lstStyle>
            <a:lvl1pPr marL="0" indent="0">
              <a:buNone/>
              <a:defRPr sz="2079">
                <a:solidFill>
                  <a:schemeClr val="tx1">
                    <a:tint val="82000"/>
                  </a:schemeClr>
                </a:solidFill>
              </a:defRPr>
            </a:lvl1pPr>
            <a:lvl2pPr marL="395981" indent="0">
              <a:buNone/>
              <a:defRPr sz="1732">
                <a:solidFill>
                  <a:schemeClr val="tx1">
                    <a:tint val="82000"/>
                  </a:schemeClr>
                </a:solidFill>
              </a:defRPr>
            </a:lvl2pPr>
            <a:lvl3pPr marL="791962" indent="0">
              <a:buNone/>
              <a:defRPr sz="1559">
                <a:solidFill>
                  <a:schemeClr val="tx1">
                    <a:tint val="82000"/>
                  </a:schemeClr>
                </a:solidFill>
              </a:defRPr>
            </a:lvl3pPr>
            <a:lvl4pPr marL="1187943" indent="0">
              <a:buNone/>
              <a:defRPr sz="1386">
                <a:solidFill>
                  <a:schemeClr val="tx1">
                    <a:tint val="82000"/>
                  </a:schemeClr>
                </a:solidFill>
              </a:defRPr>
            </a:lvl4pPr>
            <a:lvl5pPr marL="1583924" indent="0">
              <a:buNone/>
              <a:defRPr sz="1386">
                <a:solidFill>
                  <a:schemeClr val="tx1">
                    <a:tint val="82000"/>
                  </a:schemeClr>
                </a:solidFill>
              </a:defRPr>
            </a:lvl5pPr>
            <a:lvl6pPr marL="1979905" indent="0">
              <a:buNone/>
              <a:defRPr sz="1386">
                <a:solidFill>
                  <a:schemeClr val="tx1">
                    <a:tint val="82000"/>
                  </a:schemeClr>
                </a:solidFill>
              </a:defRPr>
            </a:lvl6pPr>
            <a:lvl7pPr marL="2375886" indent="0">
              <a:buNone/>
              <a:defRPr sz="1386">
                <a:solidFill>
                  <a:schemeClr val="tx1">
                    <a:tint val="82000"/>
                  </a:schemeClr>
                </a:solidFill>
              </a:defRPr>
            </a:lvl7pPr>
            <a:lvl8pPr marL="2771866" indent="0">
              <a:buNone/>
              <a:defRPr sz="1386">
                <a:solidFill>
                  <a:schemeClr val="tx1">
                    <a:tint val="82000"/>
                  </a:schemeClr>
                </a:solidFill>
              </a:defRPr>
            </a:lvl8pPr>
            <a:lvl9pPr marL="3167847" indent="0">
              <a:buNone/>
              <a:defRPr sz="138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16048253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4503" y="1825625"/>
            <a:ext cx="3366016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09519" y="1825625"/>
            <a:ext cx="3366016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8361698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4" y="365127"/>
            <a:ext cx="6831033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5535" y="1681163"/>
            <a:ext cx="3350547" cy="823912"/>
          </a:xfrm>
        </p:spPr>
        <p:txBody>
          <a:bodyPr anchor="b"/>
          <a:lstStyle>
            <a:lvl1pPr marL="0" indent="0">
              <a:buNone/>
              <a:defRPr sz="2079" b="1"/>
            </a:lvl1pPr>
            <a:lvl2pPr marL="395981" indent="0">
              <a:buNone/>
              <a:defRPr sz="1732" b="1"/>
            </a:lvl2pPr>
            <a:lvl3pPr marL="791962" indent="0">
              <a:buNone/>
              <a:defRPr sz="1559" b="1"/>
            </a:lvl3pPr>
            <a:lvl4pPr marL="1187943" indent="0">
              <a:buNone/>
              <a:defRPr sz="1386" b="1"/>
            </a:lvl4pPr>
            <a:lvl5pPr marL="1583924" indent="0">
              <a:buNone/>
              <a:defRPr sz="1386" b="1"/>
            </a:lvl5pPr>
            <a:lvl6pPr marL="1979905" indent="0">
              <a:buNone/>
              <a:defRPr sz="1386" b="1"/>
            </a:lvl6pPr>
            <a:lvl7pPr marL="2375886" indent="0">
              <a:buNone/>
              <a:defRPr sz="1386" b="1"/>
            </a:lvl7pPr>
            <a:lvl8pPr marL="2771866" indent="0">
              <a:buNone/>
              <a:defRPr sz="1386" b="1"/>
            </a:lvl8pPr>
            <a:lvl9pPr marL="3167847" indent="0">
              <a:buNone/>
              <a:defRPr sz="1386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5535" y="2505075"/>
            <a:ext cx="335054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009520" y="1681163"/>
            <a:ext cx="3367048" cy="823912"/>
          </a:xfrm>
        </p:spPr>
        <p:txBody>
          <a:bodyPr anchor="b"/>
          <a:lstStyle>
            <a:lvl1pPr marL="0" indent="0">
              <a:buNone/>
              <a:defRPr sz="2079" b="1"/>
            </a:lvl1pPr>
            <a:lvl2pPr marL="395981" indent="0">
              <a:buNone/>
              <a:defRPr sz="1732" b="1"/>
            </a:lvl2pPr>
            <a:lvl3pPr marL="791962" indent="0">
              <a:buNone/>
              <a:defRPr sz="1559" b="1"/>
            </a:lvl3pPr>
            <a:lvl4pPr marL="1187943" indent="0">
              <a:buNone/>
              <a:defRPr sz="1386" b="1"/>
            </a:lvl4pPr>
            <a:lvl5pPr marL="1583924" indent="0">
              <a:buNone/>
              <a:defRPr sz="1386" b="1"/>
            </a:lvl5pPr>
            <a:lvl6pPr marL="1979905" indent="0">
              <a:buNone/>
              <a:defRPr sz="1386" b="1"/>
            </a:lvl6pPr>
            <a:lvl7pPr marL="2375886" indent="0">
              <a:buNone/>
              <a:defRPr sz="1386" b="1"/>
            </a:lvl7pPr>
            <a:lvl8pPr marL="2771866" indent="0">
              <a:buNone/>
              <a:defRPr sz="1386" b="1"/>
            </a:lvl8pPr>
            <a:lvl9pPr marL="3167847" indent="0">
              <a:buNone/>
              <a:defRPr sz="1386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009520" y="2505075"/>
            <a:ext cx="336704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5943060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505831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5501126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4" y="457200"/>
            <a:ext cx="2554418" cy="1600200"/>
          </a:xfrm>
        </p:spPr>
        <p:txBody>
          <a:bodyPr anchor="b"/>
          <a:lstStyle>
            <a:lvl1pPr>
              <a:defRPr sz="2772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67048" y="987427"/>
            <a:ext cx="4009519" cy="4873625"/>
          </a:xfrm>
        </p:spPr>
        <p:txBody>
          <a:bodyPr/>
          <a:lstStyle>
            <a:lvl1pPr>
              <a:defRPr sz="2772"/>
            </a:lvl1pPr>
            <a:lvl2pPr>
              <a:defRPr sz="2425"/>
            </a:lvl2pPr>
            <a:lvl3pPr>
              <a:defRPr sz="2079"/>
            </a:lvl3pPr>
            <a:lvl4pPr>
              <a:defRPr sz="1732"/>
            </a:lvl4pPr>
            <a:lvl5pPr>
              <a:defRPr sz="1732"/>
            </a:lvl5pPr>
            <a:lvl6pPr>
              <a:defRPr sz="1732"/>
            </a:lvl6pPr>
            <a:lvl7pPr>
              <a:defRPr sz="1732"/>
            </a:lvl7pPr>
            <a:lvl8pPr>
              <a:defRPr sz="1732"/>
            </a:lvl8pPr>
            <a:lvl9pPr>
              <a:defRPr sz="1732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5534" y="2057400"/>
            <a:ext cx="2554418" cy="3811588"/>
          </a:xfrm>
        </p:spPr>
        <p:txBody>
          <a:bodyPr/>
          <a:lstStyle>
            <a:lvl1pPr marL="0" indent="0">
              <a:buNone/>
              <a:defRPr sz="1386"/>
            </a:lvl1pPr>
            <a:lvl2pPr marL="395981" indent="0">
              <a:buNone/>
              <a:defRPr sz="1213"/>
            </a:lvl2pPr>
            <a:lvl3pPr marL="791962" indent="0">
              <a:buNone/>
              <a:defRPr sz="1039"/>
            </a:lvl3pPr>
            <a:lvl4pPr marL="1187943" indent="0">
              <a:buNone/>
              <a:defRPr sz="866"/>
            </a:lvl4pPr>
            <a:lvl5pPr marL="1583924" indent="0">
              <a:buNone/>
              <a:defRPr sz="866"/>
            </a:lvl5pPr>
            <a:lvl6pPr marL="1979905" indent="0">
              <a:buNone/>
              <a:defRPr sz="866"/>
            </a:lvl6pPr>
            <a:lvl7pPr marL="2375886" indent="0">
              <a:buNone/>
              <a:defRPr sz="866"/>
            </a:lvl7pPr>
            <a:lvl8pPr marL="2771866" indent="0">
              <a:buNone/>
              <a:defRPr sz="866"/>
            </a:lvl8pPr>
            <a:lvl9pPr marL="3167847" indent="0">
              <a:buNone/>
              <a:defRPr sz="866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24688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534" y="457200"/>
            <a:ext cx="2554418" cy="1600200"/>
          </a:xfrm>
        </p:spPr>
        <p:txBody>
          <a:bodyPr anchor="b"/>
          <a:lstStyle>
            <a:lvl1pPr>
              <a:defRPr sz="2772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67048" y="987427"/>
            <a:ext cx="4009519" cy="4873625"/>
          </a:xfrm>
        </p:spPr>
        <p:txBody>
          <a:bodyPr anchor="t"/>
          <a:lstStyle>
            <a:lvl1pPr marL="0" indent="0">
              <a:buNone/>
              <a:defRPr sz="2772"/>
            </a:lvl1pPr>
            <a:lvl2pPr marL="395981" indent="0">
              <a:buNone/>
              <a:defRPr sz="2425"/>
            </a:lvl2pPr>
            <a:lvl3pPr marL="791962" indent="0">
              <a:buNone/>
              <a:defRPr sz="2079"/>
            </a:lvl3pPr>
            <a:lvl4pPr marL="1187943" indent="0">
              <a:buNone/>
              <a:defRPr sz="1732"/>
            </a:lvl4pPr>
            <a:lvl5pPr marL="1583924" indent="0">
              <a:buNone/>
              <a:defRPr sz="1732"/>
            </a:lvl5pPr>
            <a:lvl6pPr marL="1979905" indent="0">
              <a:buNone/>
              <a:defRPr sz="1732"/>
            </a:lvl6pPr>
            <a:lvl7pPr marL="2375886" indent="0">
              <a:buNone/>
              <a:defRPr sz="1732"/>
            </a:lvl7pPr>
            <a:lvl8pPr marL="2771866" indent="0">
              <a:buNone/>
              <a:defRPr sz="1732"/>
            </a:lvl8pPr>
            <a:lvl9pPr marL="3167847" indent="0">
              <a:buNone/>
              <a:defRPr sz="1732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5534" y="2057400"/>
            <a:ext cx="2554418" cy="3811588"/>
          </a:xfrm>
        </p:spPr>
        <p:txBody>
          <a:bodyPr/>
          <a:lstStyle>
            <a:lvl1pPr marL="0" indent="0">
              <a:buNone/>
              <a:defRPr sz="1386"/>
            </a:lvl1pPr>
            <a:lvl2pPr marL="395981" indent="0">
              <a:buNone/>
              <a:defRPr sz="1213"/>
            </a:lvl2pPr>
            <a:lvl3pPr marL="791962" indent="0">
              <a:buNone/>
              <a:defRPr sz="1039"/>
            </a:lvl3pPr>
            <a:lvl4pPr marL="1187943" indent="0">
              <a:buNone/>
              <a:defRPr sz="866"/>
            </a:lvl4pPr>
            <a:lvl5pPr marL="1583924" indent="0">
              <a:buNone/>
              <a:defRPr sz="866"/>
            </a:lvl5pPr>
            <a:lvl6pPr marL="1979905" indent="0">
              <a:buNone/>
              <a:defRPr sz="866"/>
            </a:lvl6pPr>
            <a:lvl7pPr marL="2375886" indent="0">
              <a:buNone/>
              <a:defRPr sz="866"/>
            </a:lvl7pPr>
            <a:lvl8pPr marL="2771866" indent="0">
              <a:buNone/>
              <a:defRPr sz="866"/>
            </a:lvl8pPr>
            <a:lvl9pPr marL="3167847" indent="0">
              <a:buNone/>
              <a:defRPr sz="866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66288779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92198838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667778" y="365125"/>
            <a:ext cx="1707758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4503" y="365125"/>
            <a:ext cx="5024274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Telecommunication Networks </a:t>
            </a:r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5264C1-93CD-4F5F-B6EE-5235E982ADB5}" type="slidenum">
              <a:rPr lang="LID4096" smtClean="0"/>
              <a:t>‹Nr.›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68746060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343662" y="1268413"/>
            <a:ext cx="6315406" cy="467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43662" y="6036150"/>
            <a:ext cx="6315406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CB92E6DA-9C1F-7191-58D8-E153A87492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4D173078-C179-33EB-BFB6-3550712DE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048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4426170-C8FC-AC84-D0DE-74F2C9B67CDA}"/>
              </a:ext>
            </a:extLst>
          </p:cNvPr>
          <p:cNvSpPr/>
          <p:nvPr userDrawn="1"/>
        </p:nvSpPr>
        <p:spPr>
          <a:xfrm>
            <a:off x="1" y="5748126"/>
            <a:ext cx="7922100" cy="1109875"/>
          </a:xfrm>
          <a:custGeom>
            <a:avLst/>
            <a:gdLst>
              <a:gd name="connsiteX0" fmla="*/ 0 w 12192000"/>
              <a:gd name="connsiteY0" fmla="*/ 0 h 687600"/>
              <a:gd name="connsiteX1" fmla="*/ 12192000 w 12192000"/>
              <a:gd name="connsiteY1" fmla="*/ 0 h 687600"/>
              <a:gd name="connsiteX2" fmla="*/ 12192000 w 12192000"/>
              <a:gd name="connsiteY2" fmla="*/ 687600 h 687600"/>
              <a:gd name="connsiteX3" fmla="*/ 0 w 12192000"/>
              <a:gd name="connsiteY3" fmla="*/ 687600 h 687600"/>
              <a:gd name="connsiteX4" fmla="*/ 0 w 12192000"/>
              <a:gd name="connsiteY4" fmla="*/ 0 h 687600"/>
              <a:gd name="connsiteX0" fmla="*/ 0 w 12195175"/>
              <a:gd name="connsiteY0" fmla="*/ 422275 h 1109875"/>
              <a:gd name="connsiteX1" fmla="*/ 12195175 w 12195175"/>
              <a:gd name="connsiteY1" fmla="*/ 0 h 1109875"/>
              <a:gd name="connsiteX2" fmla="*/ 12192000 w 12195175"/>
              <a:gd name="connsiteY2" fmla="*/ 1109875 h 1109875"/>
              <a:gd name="connsiteX3" fmla="*/ 0 w 12195175"/>
              <a:gd name="connsiteY3" fmla="*/ 1109875 h 1109875"/>
              <a:gd name="connsiteX4" fmla="*/ 0 w 12195175"/>
              <a:gd name="connsiteY4" fmla="*/ 422275 h 1109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5175" h="1109875">
                <a:moveTo>
                  <a:pt x="0" y="422275"/>
                </a:moveTo>
                <a:lnTo>
                  <a:pt x="12195175" y="0"/>
                </a:lnTo>
                <a:cubicBezTo>
                  <a:pt x="12194117" y="369958"/>
                  <a:pt x="12193058" y="739917"/>
                  <a:pt x="12192000" y="1109875"/>
                </a:cubicBezTo>
                <a:lnTo>
                  <a:pt x="0" y="1109875"/>
                </a:lnTo>
                <a:lnTo>
                  <a:pt x="0" y="422275"/>
                </a:lnTo>
                <a:close/>
              </a:path>
            </a:pathLst>
          </a:custGeom>
          <a:gradFill>
            <a:gsLst>
              <a:gs pos="0">
                <a:srgbClr val="1F90CC"/>
              </a:gs>
              <a:gs pos="100000">
                <a:srgbClr val="9013FE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 dirty="0"/>
          </a:p>
        </p:txBody>
      </p:sp>
      <p:sp>
        <p:nvSpPr>
          <p:cNvPr id="14" name="Rechteck 1">
            <a:extLst>
              <a:ext uri="{FF2B5EF4-FFF2-40B4-BE49-F238E27FC236}">
                <a16:creationId xmlns:a16="http://schemas.microsoft.com/office/drawing/2014/main" id="{A26CD0C8-4DAA-2799-7826-EF76E9AD1DD0}"/>
              </a:ext>
            </a:extLst>
          </p:cNvPr>
          <p:cNvSpPr/>
          <p:nvPr userDrawn="1"/>
        </p:nvSpPr>
        <p:spPr>
          <a:xfrm>
            <a:off x="1" y="5748126"/>
            <a:ext cx="7922100" cy="1109875"/>
          </a:xfrm>
          <a:custGeom>
            <a:avLst/>
            <a:gdLst>
              <a:gd name="connsiteX0" fmla="*/ 0 w 12192000"/>
              <a:gd name="connsiteY0" fmla="*/ 0 h 687600"/>
              <a:gd name="connsiteX1" fmla="*/ 12192000 w 12192000"/>
              <a:gd name="connsiteY1" fmla="*/ 0 h 687600"/>
              <a:gd name="connsiteX2" fmla="*/ 12192000 w 12192000"/>
              <a:gd name="connsiteY2" fmla="*/ 687600 h 687600"/>
              <a:gd name="connsiteX3" fmla="*/ 0 w 12192000"/>
              <a:gd name="connsiteY3" fmla="*/ 687600 h 687600"/>
              <a:gd name="connsiteX4" fmla="*/ 0 w 12192000"/>
              <a:gd name="connsiteY4" fmla="*/ 0 h 687600"/>
              <a:gd name="connsiteX0" fmla="*/ 0 w 12195175"/>
              <a:gd name="connsiteY0" fmla="*/ 422275 h 1109875"/>
              <a:gd name="connsiteX1" fmla="*/ 12195175 w 12195175"/>
              <a:gd name="connsiteY1" fmla="*/ 0 h 1109875"/>
              <a:gd name="connsiteX2" fmla="*/ 12192000 w 12195175"/>
              <a:gd name="connsiteY2" fmla="*/ 1109875 h 1109875"/>
              <a:gd name="connsiteX3" fmla="*/ 0 w 12195175"/>
              <a:gd name="connsiteY3" fmla="*/ 1109875 h 1109875"/>
              <a:gd name="connsiteX4" fmla="*/ 0 w 12195175"/>
              <a:gd name="connsiteY4" fmla="*/ 422275 h 11098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5175" h="1109875">
                <a:moveTo>
                  <a:pt x="0" y="422275"/>
                </a:moveTo>
                <a:lnTo>
                  <a:pt x="12195175" y="0"/>
                </a:lnTo>
                <a:cubicBezTo>
                  <a:pt x="12194117" y="369958"/>
                  <a:pt x="12193058" y="739917"/>
                  <a:pt x="12192000" y="1109875"/>
                </a:cubicBezTo>
                <a:lnTo>
                  <a:pt x="0" y="1109875"/>
                </a:lnTo>
                <a:lnTo>
                  <a:pt x="0" y="422275"/>
                </a:lnTo>
                <a:close/>
              </a:path>
            </a:pathLst>
          </a:custGeom>
          <a:gradFill>
            <a:gsLst>
              <a:gs pos="0">
                <a:srgbClr val="FF6C00"/>
              </a:gs>
              <a:gs pos="100000">
                <a:srgbClr val="C40D1E"/>
              </a:gs>
            </a:gsLst>
            <a:lin ang="18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 dirty="0"/>
          </a:p>
        </p:txBody>
      </p:sp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343663" y="378000"/>
            <a:ext cx="5416928" cy="735982"/>
          </a:xfrm>
          <a:prstGeom prst="rect">
            <a:avLst/>
          </a:prstGeom>
        </p:spPr>
        <p:txBody>
          <a:bodyPr lIns="0" tIns="0" rIns="0" bIns="0" anchor="b" anchorCtr="0"/>
          <a:lstStyle/>
          <a:p>
            <a:pPr marL="0" lvl="0" indent="0" defTabSz="914400" latinLnBrk="0">
              <a:lnSpc>
                <a:spcPts val="28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de-DE" dirty="0"/>
              <a:t>Titelmasterformat durch Klicken bearbeiten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idx="1"/>
          </p:nvPr>
        </p:nvSpPr>
        <p:spPr>
          <a:xfrm>
            <a:off x="343662" y="1268416"/>
            <a:ext cx="6315406" cy="4650028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1" name="Fußzeilenplatzhalter 1028"/>
          <p:cNvSpPr>
            <a:spLocks noGrp="1"/>
          </p:cNvSpPr>
          <p:nvPr>
            <p:ph type="ftr" sz="quarter" idx="3"/>
          </p:nvPr>
        </p:nvSpPr>
        <p:spPr>
          <a:xfrm>
            <a:off x="574151" y="6373842"/>
            <a:ext cx="4007171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4"/>
          </p:nvPr>
        </p:nvSpPr>
        <p:spPr>
          <a:xfrm>
            <a:off x="343662" y="6373842"/>
            <a:ext cx="288061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C7DBF6-92D8-591C-3F0A-C8F8CF3E3DD9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6105295" y="6172200"/>
            <a:ext cx="1580095" cy="497158"/>
          </a:xfrm>
          <a:prstGeom prst="rect">
            <a:avLst/>
          </a:prstGeom>
        </p:spPr>
      </p:pic>
      <p:pic>
        <p:nvPicPr>
          <p:cNvPr id="6" name="Grafik 7">
            <a:extLst>
              <a:ext uri="{FF2B5EF4-FFF2-40B4-BE49-F238E27FC236}">
                <a16:creationId xmlns:a16="http://schemas.microsoft.com/office/drawing/2014/main" id="{D9C9A2CF-52CB-C64F-6F7D-9019778374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95343" y="378000"/>
            <a:ext cx="652467" cy="766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410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lang="de-DE" sz="2400" b="0" i="0" kern="1200" dirty="0">
          <a:solidFill>
            <a:srgbClr val="C40D1E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003A80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003A80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003A80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003A80"/>
          </a:solidFill>
          <a:latin typeface="Arial" charset="0"/>
        </a:defRPr>
      </a:lvl5pPr>
      <a:lvl6pPr marL="457148"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16316F"/>
          </a:solidFill>
          <a:latin typeface="Arial" charset="0"/>
        </a:defRPr>
      </a:lvl6pPr>
      <a:lvl7pPr marL="914296"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16316F"/>
          </a:solidFill>
          <a:latin typeface="Arial" charset="0"/>
        </a:defRPr>
      </a:lvl7pPr>
      <a:lvl8pPr marL="1371445"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16316F"/>
          </a:solidFill>
          <a:latin typeface="Arial" charset="0"/>
        </a:defRPr>
      </a:lvl8pPr>
      <a:lvl9pPr marL="1828592" algn="l" rtl="0" eaLnBrk="1" fontAlgn="base" hangingPunct="1">
        <a:spcBef>
          <a:spcPct val="0"/>
        </a:spcBef>
        <a:spcAft>
          <a:spcPct val="0"/>
        </a:spcAft>
        <a:defRPr sz="2000" b="1" i="1">
          <a:solidFill>
            <a:srgbClr val="16316F"/>
          </a:solidFill>
          <a:latin typeface="Arial" charset="0"/>
        </a:defRPr>
      </a:lvl9pPr>
    </p:titleStyle>
    <p:bodyStyle>
      <a:lvl1pPr marL="360000" indent="-360000" algn="l" defTabSz="422388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de-DE" sz="1800" kern="1200" dirty="0">
          <a:solidFill>
            <a:srgbClr val="434343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817200" indent="-350838" algn="l" defTabSz="422388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de-DE" sz="1800" kern="1200" dirty="0">
          <a:solidFill>
            <a:srgbClr val="434343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73175" indent="-358775" algn="l" defTabSz="422388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de-DE" sz="1800" kern="1200" dirty="0">
          <a:solidFill>
            <a:srgbClr val="434343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30375" indent="-358775" algn="l" defTabSz="422388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de-DE" sz="1800" kern="1200" dirty="0">
          <a:solidFill>
            <a:srgbClr val="434343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88800" indent="-360000" algn="l" defTabSz="422388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de-DE" sz="1800" b="0" kern="1200" dirty="0">
          <a:solidFill>
            <a:srgbClr val="434343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0" indent="-422388" algn="l" defTabSz="914296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62" indent="-228574" algn="l" defTabSz="91429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10" indent="-228574" algn="l" defTabSz="91429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758" indent="-228574" algn="l" defTabSz="91429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48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96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45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92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40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88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36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184" algn="l" defTabSz="91429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4503" y="365127"/>
            <a:ext cx="683103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4503" y="1825625"/>
            <a:ext cx="683103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4502" y="6356352"/>
            <a:ext cx="17820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3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23513" y="6356352"/>
            <a:ext cx="26730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3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93527" y="6356352"/>
            <a:ext cx="17820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3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89935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</p:sldLayoutIdLst>
  <p:hf hdr="0" ftr="0" dt="0"/>
  <p:txStyles>
    <p:titleStyle>
      <a:lvl1pPr algn="l" defTabSz="791962" rtl="0" eaLnBrk="1" latinLnBrk="0" hangingPunct="1">
        <a:lnSpc>
          <a:spcPct val="90000"/>
        </a:lnSpc>
        <a:spcBef>
          <a:spcPct val="0"/>
        </a:spcBef>
        <a:buNone/>
        <a:defRPr sz="381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7990" indent="-197990" algn="l" defTabSz="791962" rtl="0" eaLnBrk="1" latinLnBrk="0" hangingPunct="1">
        <a:lnSpc>
          <a:spcPct val="90000"/>
        </a:lnSpc>
        <a:spcBef>
          <a:spcPts val="866"/>
        </a:spcBef>
        <a:buFont typeface="Arial" panose="020B0604020202020204" pitchFamily="34" charset="0"/>
        <a:buChar char="•"/>
        <a:defRPr sz="2425" kern="1200">
          <a:solidFill>
            <a:schemeClr val="tx1"/>
          </a:solidFill>
          <a:latin typeface="+mn-lt"/>
          <a:ea typeface="+mn-ea"/>
          <a:cs typeface="+mn-cs"/>
        </a:defRPr>
      </a:lvl1pPr>
      <a:lvl2pPr marL="593971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2pPr>
      <a:lvl3pPr marL="989952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732" kern="1200">
          <a:solidFill>
            <a:schemeClr val="tx1"/>
          </a:solidFill>
          <a:latin typeface="+mn-lt"/>
          <a:ea typeface="+mn-ea"/>
          <a:cs typeface="+mn-cs"/>
        </a:defRPr>
      </a:lvl3pPr>
      <a:lvl4pPr marL="1385933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781914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2177895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573876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969857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365838" indent="-197990" algn="l" defTabSz="791962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1pPr>
      <a:lvl2pPr marL="395981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2pPr>
      <a:lvl3pPr marL="791962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3pPr>
      <a:lvl4pPr marL="1187943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4pPr>
      <a:lvl5pPr marL="1583924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5pPr>
      <a:lvl6pPr marL="1979905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6pPr>
      <a:lvl7pPr marL="2375886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7pPr>
      <a:lvl8pPr marL="2771866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8pPr>
      <a:lvl9pPr marL="3167847" algn="l" defTabSz="791962" rtl="0" eaLnBrk="1" latinLnBrk="0" hangingPunct="1">
        <a:defRPr sz="15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Relationship Id="rId1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DAE4-752A-65DE-A09C-043BC02DB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2B6AC8A4-7391-363F-9552-18EF0E558E93}"/>
              </a:ext>
            </a:extLst>
          </p:cNvPr>
          <p:cNvGrpSpPr/>
          <p:nvPr/>
        </p:nvGrpSpPr>
        <p:grpSpPr>
          <a:xfrm>
            <a:off x="3051174" y="2160326"/>
            <a:ext cx="430400" cy="421247"/>
            <a:chOff x="3276427" y="2358276"/>
            <a:chExt cx="430400" cy="421247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D7A071EF-4E9D-D863-062D-77853C6BFA17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3281003" y="2353700"/>
              <a:ext cx="421247" cy="430400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rtlCol="0" anchor="ctr"/>
            <a:lstStyle/>
            <a:p>
              <a:pPr algn="ctr"/>
              <a:endParaRPr lang="en-DE" sz="16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3582BF9-9857-26D1-CA8D-EAC409DF0D3F}"/>
                    </a:ext>
                  </a:extLst>
                </p:cNvPr>
                <p:cNvSpPr txBox="1"/>
                <p:nvPr/>
              </p:nvSpPr>
              <p:spPr>
                <a:xfrm>
                  <a:off x="3325025" y="2371058"/>
                  <a:ext cx="2734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en-DE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3582BF9-9857-26D1-CA8D-EAC409DF0D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025" y="2371058"/>
                  <a:ext cx="273441" cy="369332"/>
                </a:xfrm>
                <a:prstGeom prst="rect">
                  <a:avLst/>
                </a:prstGeom>
                <a:blipFill>
                  <a:blip r:embed="rId2"/>
                  <a:stretch>
                    <a:fillRect r="-24444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CDF92B78-B11F-035D-1924-A465FDF78034}"/>
              </a:ext>
            </a:extLst>
          </p:cNvPr>
          <p:cNvCxnSpPr>
            <a:cxnSpLocks/>
            <a:stCxn id="25" idx="0"/>
            <a:endCxn id="55" idx="1"/>
          </p:cNvCxnSpPr>
          <p:nvPr/>
        </p:nvCxnSpPr>
        <p:spPr>
          <a:xfrm rot="5400000" flipH="1" flipV="1">
            <a:off x="439681" y="1262393"/>
            <a:ext cx="566091" cy="1343242"/>
          </a:xfrm>
          <a:prstGeom prst="bentConnector2">
            <a:avLst/>
          </a:prstGeom>
          <a:ln w="222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FDDC8CB-D7B6-45E3-D462-9BA98F901C6E}"/>
              </a:ext>
            </a:extLst>
          </p:cNvPr>
          <p:cNvCxnSpPr>
            <a:cxnSpLocks/>
            <a:stCxn id="12" idx="0"/>
            <a:endCxn id="4" idx="4"/>
          </p:cNvCxnSpPr>
          <p:nvPr/>
        </p:nvCxnSpPr>
        <p:spPr>
          <a:xfrm flipH="1">
            <a:off x="3481576" y="2370949"/>
            <a:ext cx="1844325" cy="1"/>
          </a:xfrm>
          <a:prstGeom prst="straightConnector1">
            <a:avLst/>
          </a:prstGeom>
          <a:ln w="25400">
            <a:headEnd type="triangle" w="lg" len="lg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AEA9BE9-63BB-33F1-02CE-1D677773237D}"/>
              </a:ext>
            </a:extLst>
          </p:cNvPr>
          <p:cNvSpPr/>
          <p:nvPr/>
        </p:nvSpPr>
        <p:spPr>
          <a:xfrm rot="16200000">
            <a:off x="5168694" y="1888055"/>
            <a:ext cx="1280197" cy="965784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C460DFB-D9BE-06D3-43E7-5314BC6463A5}"/>
              </a:ext>
            </a:extLst>
          </p:cNvPr>
          <p:cNvCxnSpPr>
            <a:cxnSpLocks/>
          </p:cNvCxnSpPr>
          <p:nvPr/>
        </p:nvCxnSpPr>
        <p:spPr>
          <a:xfrm rot="5400000" flipH="1">
            <a:off x="5764028" y="1982139"/>
            <a:ext cx="0" cy="765155"/>
          </a:xfrm>
          <a:prstGeom prst="straightConnector1">
            <a:avLst/>
          </a:prstGeom>
          <a:ln w="25400"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5390061-2F62-FC7A-7D5E-3D6DD213CD9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296080" y="2307227"/>
            <a:ext cx="1020917" cy="0"/>
          </a:xfrm>
          <a:prstGeom prst="straightConnector1">
            <a:avLst/>
          </a:prstGeom>
          <a:ln w="25400"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A4C324E-9233-81BC-A23E-3AC383853D6B}"/>
              </a:ext>
            </a:extLst>
          </p:cNvPr>
          <p:cNvSpPr/>
          <p:nvPr/>
        </p:nvSpPr>
        <p:spPr>
          <a:xfrm>
            <a:off x="5410184" y="2122497"/>
            <a:ext cx="805338" cy="511084"/>
          </a:xfrm>
          <a:custGeom>
            <a:avLst/>
            <a:gdLst>
              <a:gd name="connsiteX0" fmla="*/ 0 w 307975"/>
              <a:gd name="connsiteY0" fmla="*/ 195263 h 195447"/>
              <a:gd name="connsiteX1" fmla="*/ 88900 w 307975"/>
              <a:gd name="connsiteY1" fmla="*/ 179388 h 195447"/>
              <a:gd name="connsiteX2" fmla="*/ 155575 w 307975"/>
              <a:gd name="connsiteY2" fmla="*/ 93663 h 195447"/>
              <a:gd name="connsiteX3" fmla="*/ 209550 w 307975"/>
              <a:gd name="connsiteY3" fmla="*/ 19050 h 195447"/>
              <a:gd name="connsiteX4" fmla="*/ 307975 w 307975"/>
              <a:gd name="connsiteY4" fmla="*/ 0 h 195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7975" h="195447">
                <a:moveTo>
                  <a:pt x="0" y="195263"/>
                </a:moveTo>
                <a:cubicBezTo>
                  <a:pt x="31485" y="195792"/>
                  <a:pt x="62971" y="196321"/>
                  <a:pt x="88900" y="179388"/>
                </a:cubicBezTo>
                <a:cubicBezTo>
                  <a:pt x="114829" y="162455"/>
                  <a:pt x="135467" y="120386"/>
                  <a:pt x="155575" y="93663"/>
                </a:cubicBezTo>
                <a:cubicBezTo>
                  <a:pt x="175683" y="66940"/>
                  <a:pt x="184150" y="34661"/>
                  <a:pt x="209550" y="19050"/>
                </a:cubicBezTo>
                <a:cubicBezTo>
                  <a:pt x="234950" y="3439"/>
                  <a:pt x="271462" y="1719"/>
                  <a:pt x="307975" y="0"/>
                </a:cubicBezTo>
              </a:path>
            </a:pathLst>
          </a:cu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B65244E-518D-81CD-B126-818C9C620449}"/>
              </a:ext>
            </a:extLst>
          </p:cNvPr>
          <p:cNvCxnSpPr>
            <a:cxnSpLocks/>
            <a:endCxn id="12" idx="2"/>
          </p:cNvCxnSpPr>
          <p:nvPr/>
        </p:nvCxnSpPr>
        <p:spPr>
          <a:xfrm flipH="1" flipV="1">
            <a:off x="6291685" y="2370947"/>
            <a:ext cx="722335" cy="7096"/>
          </a:xfrm>
          <a:prstGeom prst="straightConnector1">
            <a:avLst/>
          </a:prstGeom>
          <a:ln w="25400">
            <a:headEnd type="triangle" w="lg" len="lg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6CAE5-C1E6-D976-DAA7-10C630042CD7}"/>
                  </a:ext>
                </a:extLst>
              </p:cNvPr>
              <p:cNvSpPr txBox="1"/>
              <p:nvPr/>
            </p:nvSpPr>
            <p:spPr>
              <a:xfrm>
                <a:off x="6408632" y="1890134"/>
                <a:ext cx="136615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DE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6CAE5-C1E6-D976-DAA7-10C630042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8632" y="1890134"/>
                <a:ext cx="1366150" cy="400110"/>
              </a:xfrm>
              <a:prstGeom prst="rect">
                <a:avLst/>
              </a:prstGeom>
              <a:blipFill>
                <a:blip r:embed="rId3"/>
                <a:stretch>
                  <a:fillRect b="-1515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321EA57-B5B7-BFBB-B1F7-74608BA726A2}"/>
              </a:ext>
            </a:extLst>
          </p:cNvPr>
          <p:cNvSpPr txBox="1"/>
          <p:nvPr/>
        </p:nvSpPr>
        <p:spPr>
          <a:xfrm>
            <a:off x="5167852" y="1038438"/>
            <a:ext cx="12669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Activation</a:t>
            </a:r>
          </a:p>
          <a:p>
            <a:pPr algn="ctr"/>
            <a:r>
              <a:rPr lang="en-US" dirty="0"/>
              <a:t>Function</a:t>
            </a:r>
            <a:endParaRPr lang="en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FF899E-3041-C6C3-A277-E1917DC3AE9B}"/>
                  </a:ext>
                </a:extLst>
              </p:cNvPr>
              <p:cNvSpPr txBox="1"/>
              <p:nvPr/>
            </p:nvSpPr>
            <p:spPr>
              <a:xfrm>
                <a:off x="3295222" y="1486623"/>
                <a:ext cx="1660944" cy="6722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-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FF899E-3041-C6C3-A277-E1917DC3A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5222" y="1486623"/>
                <a:ext cx="1660944" cy="6722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4CA8816-03F0-EC32-2D84-4954DC0A4289}"/>
                  </a:ext>
                </a:extLst>
              </p:cNvPr>
              <p:cNvSpPr txBox="1"/>
              <p:nvPr/>
            </p:nvSpPr>
            <p:spPr>
              <a:xfrm>
                <a:off x="607038" y="1320575"/>
                <a:ext cx="35849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20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4CA8816-03F0-EC32-2D84-4954DC0A4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038" y="1320575"/>
                <a:ext cx="358495" cy="307777"/>
              </a:xfrm>
              <a:prstGeom prst="rect">
                <a:avLst/>
              </a:prstGeom>
              <a:blipFill>
                <a:blip r:embed="rId5"/>
                <a:stretch>
                  <a:fillRect l="-12069" r="-5172" b="-16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7DC6A-EEED-D630-679B-7F629D9DF104}"/>
                  </a:ext>
                </a:extLst>
              </p:cNvPr>
              <p:cNvSpPr txBox="1"/>
              <p:nvPr/>
            </p:nvSpPr>
            <p:spPr>
              <a:xfrm>
                <a:off x="677047" y="2056610"/>
                <a:ext cx="352532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7DC6A-EEED-D630-679B-7F629D9DF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047" y="2056610"/>
                <a:ext cx="352532" cy="307777"/>
              </a:xfrm>
              <a:prstGeom prst="rect">
                <a:avLst/>
              </a:prstGeom>
              <a:blipFill>
                <a:blip r:embed="rId6"/>
                <a:stretch>
                  <a:fillRect l="-8621" r="-5172" b="-1372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15E07B1-E8E7-01FE-3633-6D295448634E}"/>
                  </a:ext>
                </a:extLst>
              </p:cNvPr>
              <p:cNvSpPr txBox="1"/>
              <p:nvPr/>
            </p:nvSpPr>
            <p:spPr>
              <a:xfrm>
                <a:off x="648564" y="566368"/>
                <a:ext cx="35849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sz="20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15E07B1-E8E7-01FE-3633-6D29544863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564" y="566368"/>
                <a:ext cx="358495" cy="307777"/>
              </a:xfrm>
              <a:prstGeom prst="rect">
                <a:avLst/>
              </a:prstGeom>
              <a:blipFill>
                <a:blip r:embed="rId7"/>
                <a:stretch>
                  <a:fillRect l="-10169" r="-3390" b="-16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8CA6E7E-29C1-AD18-8334-B45BCB900442}"/>
                  </a:ext>
                </a:extLst>
              </p:cNvPr>
              <p:cNvSpPr txBox="1"/>
              <p:nvPr/>
            </p:nvSpPr>
            <p:spPr>
              <a:xfrm>
                <a:off x="-110062" y="2217061"/>
                <a:ext cx="322331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DE" sz="20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8CA6E7E-29C1-AD18-8334-B45BCB900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0062" y="2217061"/>
                <a:ext cx="322331" cy="307777"/>
              </a:xfrm>
              <a:prstGeom prst="rect">
                <a:avLst/>
              </a:prstGeom>
              <a:blipFill>
                <a:blip r:embed="rId8"/>
                <a:stretch>
                  <a:fillRect l="-11321" r="-1887" b="-12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1D071A6-95A9-63B5-15D5-D91E9826A550}"/>
              </a:ext>
            </a:extLst>
          </p:cNvPr>
          <p:cNvSpPr/>
          <p:nvPr/>
        </p:nvSpPr>
        <p:spPr>
          <a:xfrm>
            <a:off x="436400" y="502475"/>
            <a:ext cx="4536067" cy="2358558"/>
          </a:xfrm>
          <a:prstGeom prst="roundRect">
            <a:avLst>
              <a:gd name="adj" fmla="val 11786"/>
            </a:avLst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E19589BD-ACD5-254C-EE2E-8420A9197994}"/>
              </a:ext>
            </a:extLst>
          </p:cNvPr>
          <p:cNvSpPr/>
          <p:nvPr/>
        </p:nvSpPr>
        <p:spPr>
          <a:xfrm rot="5400000">
            <a:off x="2595880" y="1415825"/>
            <a:ext cx="325904" cy="4177946"/>
          </a:xfrm>
          <a:prstGeom prst="rightBrace">
            <a:avLst>
              <a:gd name="adj1" fmla="val 99909"/>
              <a:gd name="adj2" fmla="val 50000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2" name="Graphic 31" descr="Flask outline">
            <a:extLst>
              <a:ext uri="{FF2B5EF4-FFF2-40B4-BE49-F238E27FC236}">
                <a16:creationId xmlns:a16="http://schemas.microsoft.com/office/drawing/2014/main" id="{A7250946-1BAE-20CC-43B9-7F84439B2C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14174" y="3931004"/>
            <a:ext cx="1079168" cy="1079168"/>
          </a:xfrm>
          <a:prstGeom prst="rect">
            <a:avLst/>
          </a:prstGeom>
        </p:spPr>
      </p:pic>
      <p:sp>
        <p:nvSpPr>
          <p:cNvPr id="33" name="Right Brace 32">
            <a:extLst>
              <a:ext uri="{FF2B5EF4-FFF2-40B4-BE49-F238E27FC236}">
                <a16:creationId xmlns:a16="http://schemas.microsoft.com/office/drawing/2014/main" id="{92419ADB-84C0-70E9-3783-E2E32D725010}"/>
              </a:ext>
            </a:extLst>
          </p:cNvPr>
          <p:cNvSpPr/>
          <p:nvPr/>
        </p:nvSpPr>
        <p:spPr>
          <a:xfrm rot="5400000">
            <a:off x="5699471" y="2747197"/>
            <a:ext cx="269931" cy="1476317"/>
          </a:xfrm>
          <a:prstGeom prst="rightBrace">
            <a:avLst>
              <a:gd name="adj1" fmla="val 99909"/>
              <a:gd name="adj2" fmla="val 50000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8C0FFC-B819-E97E-3F96-FC5555619DD3}"/>
              </a:ext>
            </a:extLst>
          </p:cNvPr>
          <p:cNvSpPr txBox="1"/>
          <p:nvPr/>
        </p:nvSpPr>
        <p:spPr>
          <a:xfrm>
            <a:off x="6525013" y="4179963"/>
            <a:ext cx="12669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Chemical</a:t>
            </a:r>
          </a:p>
          <a:p>
            <a:pPr algn="ctr"/>
            <a:r>
              <a:rPr lang="en-US" sz="2000" dirty="0"/>
              <a:t>Reaction</a:t>
            </a:r>
            <a:endParaRPr lang="en-DE" sz="2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97632B-A320-70F9-51EC-1C6A09A6400F}"/>
              </a:ext>
            </a:extLst>
          </p:cNvPr>
          <p:cNvSpPr txBox="1"/>
          <p:nvPr/>
        </p:nvSpPr>
        <p:spPr>
          <a:xfrm>
            <a:off x="829666" y="2"/>
            <a:ext cx="35491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1D CNN</a:t>
            </a:r>
            <a:endParaRPr lang="en-DE" sz="2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CAD1BAD-D579-841B-A1C2-7E7DE72CD9D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15690" b="34731"/>
          <a:stretch/>
        </p:blipFill>
        <p:spPr>
          <a:xfrm>
            <a:off x="810319" y="4049866"/>
            <a:ext cx="4073480" cy="1089479"/>
          </a:xfrm>
          <a:prstGeom prst="rect">
            <a:avLst/>
          </a:prstGeom>
        </p:spPr>
      </p:pic>
      <p:sp>
        <p:nvSpPr>
          <p:cNvPr id="38" name="Right Brace 37">
            <a:extLst>
              <a:ext uri="{FF2B5EF4-FFF2-40B4-BE49-F238E27FC236}">
                <a16:creationId xmlns:a16="http://schemas.microsoft.com/office/drawing/2014/main" id="{98C4659C-0BDC-BEB9-38EF-D80B02FBEAC0}"/>
              </a:ext>
            </a:extLst>
          </p:cNvPr>
          <p:cNvSpPr/>
          <p:nvPr/>
        </p:nvSpPr>
        <p:spPr>
          <a:xfrm rot="5400000">
            <a:off x="4180112" y="1662550"/>
            <a:ext cx="215415" cy="7163930"/>
          </a:xfrm>
          <a:prstGeom prst="rightBrace">
            <a:avLst>
              <a:gd name="adj1" fmla="val 99909"/>
              <a:gd name="adj2" fmla="val 50000"/>
            </a:avLst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BB5C22-6BC6-7CE4-2EFC-4A6191A9C298}"/>
              </a:ext>
            </a:extLst>
          </p:cNvPr>
          <p:cNvSpPr txBox="1"/>
          <p:nvPr/>
        </p:nvSpPr>
        <p:spPr>
          <a:xfrm>
            <a:off x="1266966" y="3699650"/>
            <a:ext cx="2979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Transport of Diluted Species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2B8DE9D-B9F2-E909-7880-C424BB7A0E9B}"/>
              </a:ext>
            </a:extLst>
          </p:cNvPr>
          <p:cNvSpPr txBox="1"/>
          <p:nvPr/>
        </p:nvSpPr>
        <p:spPr>
          <a:xfrm>
            <a:off x="5879022" y="5833036"/>
            <a:ext cx="207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Microfluidic Circuit</a:t>
            </a:r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7E275037-D1CD-ACB0-FF59-D6C031D2DB61}"/>
              </a:ext>
            </a:extLst>
          </p:cNvPr>
          <p:cNvCxnSpPr>
            <a:cxnSpLocks/>
            <a:stCxn id="25" idx="3"/>
            <a:endCxn id="4" idx="0"/>
          </p:cNvCxnSpPr>
          <p:nvPr/>
        </p:nvCxnSpPr>
        <p:spPr>
          <a:xfrm>
            <a:off x="212268" y="2370948"/>
            <a:ext cx="283890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Rechteck: abgerundete Ecken 54">
                <a:extLst>
                  <a:ext uri="{FF2B5EF4-FFF2-40B4-BE49-F238E27FC236}">
                    <a16:creationId xmlns:a16="http://schemas.microsoft.com/office/drawing/2014/main" id="{FBC20DD5-5D19-6612-4475-5A6C3CA4C893}"/>
                  </a:ext>
                </a:extLst>
              </p:cNvPr>
              <p:cNvSpPr/>
              <p:nvPr/>
            </p:nvSpPr>
            <p:spPr>
              <a:xfrm>
                <a:off x="1394347" y="1438107"/>
                <a:ext cx="714375" cy="425725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D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  <a:endParaRPr lang="en-DE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5" name="Rechteck: abgerundete Ecken 54">
                <a:extLst>
                  <a:ext uri="{FF2B5EF4-FFF2-40B4-BE49-F238E27FC236}">
                    <a16:creationId xmlns:a16="http://schemas.microsoft.com/office/drawing/2014/main" id="{FBC20DD5-5D19-6612-4475-5A6C3CA4C8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4347" y="1438107"/>
                <a:ext cx="714375" cy="425725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Rechteck: abgerundete Ecken 55">
                <a:extLst>
                  <a:ext uri="{FF2B5EF4-FFF2-40B4-BE49-F238E27FC236}">
                    <a16:creationId xmlns:a16="http://schemas.microsoft.com/office/drawing/2014/main" id="{F066C9E4-E062-C8CA-4AF1-8A728EE0F344}"/>
                  </a:ext>
                </a:extLst>
              </p:cNvPr>
              <p:cNvSpPr/>
              <p:nvPr/>
            </p:nvSpPr>
            <p:spPr>
              <a:xfrm>
                <a:off x="1378954" y="694973"/>
                <a:ext cx="714375" cy="425725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D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-2</m:t>
                          </m:r>
                        </m:sup>
                      </m:sSup>
                    </m:oMath>
                  </m:oMathPara>
                </a14:m>
                <a:endParaRPr lang="en-DE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6" name="Rechteck: abgerundete Ecken 55">
                <a:extLst>
                  <a:ext uri="{FF2B5EF4-FFF2-40B4-BE49-F238E27FC236}">
                    <a16:creationId xmlns:a16="http://schemas.microsoft.com/office/drawing/2014/main" id="{F066C9E4-E062-C8CA-4AF1-8A728EE0F3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954" y="694973"/>
                <a:ext cx="714375" cy="425725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Connector: Elbow 9">
            <a:extLst>
              <a:ext uri="{FF2B5EF4-FFF2-40B4-BE49-F238E27FC236}">
                <a16:creationId xmlns:a16="http://schemas.microsoft.com/office/drawing/2014/main" id="{804F180F-FAE1-5676-0EE2-1C8A26A1EF9F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2108720" y="1650968"/>
            <a:ext cx="991052" cy="603616"/>
          </a:xfrm>
          <a:prstGeom prst="bentConnector3">
            <a:avLst>
              <a:gd name="adj1" fmla="val 91327"/>
            </a:avLst>
          </a:prstGeom>
          <a:ln w="222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9">
            <a:extLst>
              <a:ext uri="{FF2B5EF4-FFF2-40B4-BE49-F238E27FC236}">
                <a16:creationId xmlns:a16="http://schemas.microsoft.com/office/drawing/2014/main" id="{4B33E048-3A95-91F1-A6A7-0879FA8EFB15}"/>
              </a:ext>
            </a:extLst>
          </p:cNvPr>
          <p:cNvCxnSpPr>
            <a:cxnSpLocks/>
            <a:stCxn id="56" idx="3"/>
            <a:endCxn id="4" idx="6"/>
          </p:cNvCxnSpPr>
          <p:nvPr/>
        </p:nvCxnSpPr>
        <p:spPr>
          <a:xfrm>
            <a:off x="2093329" y="907836"/>
            <a:ext cx="1173047" cy="1252491"/>
          </a:xfrm>
          <a:prstGeom prst="bentConnector2">
            <a:avLst/>
          </a:prstGeom>
          <a:ln w="222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9">
            <a:extLst>
              <a:ext uri="{FF2B5EF4-FFF2-40B4-BE49-F238E27FC236}">
                <a16:creationId xmlns:a16="http://schemas.microsoft.com/office/drawing/2014/main" id="{3DCA41C2-D646-1C9E-1A02-7A26AFDDC0BD}"/>
              </a:ext>
            </a:extLst>
          </p:cNvPr>
          <p:cNvCxnSpPr>
            <a:cxnSpLocks/>
            <a:stCxn id="25" idx="0"/>
            <a:endCxn id="56" idx="1"/>
          </p:cNvCxnSpPr>
          <p:nvPr/>
        </p:nvCxnSpPr>
        <p:spPr>
          <a:xfrm rot="5400000" flipH="1" flipV="1">
            <a:off x="60417" y="898525"/>
            <a:ext cx="1309225" cy="1327849"/>
          </a:xfrm>
          <a:prstGeom prst="bentConnector2">
            <a:avLst/>
          </a:prstGeom>
          <a:ln w="222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22">
                <a:extLst>
                  <a:ext uri="{FF2B5EF4-FFF2-40B4-BE49-F238E27FC236}">
                    <a16:creationId xmlns:a16="http://schemas.microsoft.com/office/drawing/2014/main" id="{21AF448F-24CA-AD19-86F8-0B5AA2719550}"/>
                  </a:ext>
                </a:extLst>
              </p:cNvPr>
              <p:cNvSpPr txBox="1"/>
              <p:nvPr/>
            </p:nvSpPr>
            <p:spPr>
              <a:xfrm>
                <a:off x="2317784" y="720555"/>
                <a:ext cx="490647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-2</m:t>
                          </m:r>
                        </m:sub>
                      </m:sSub>
                    </m:oMath>
                  </m:oMathPara>
                </a14:m>
                <a:endParaRPr lang="en-DE" sz="2000" dirty="0"/>
              </a:p>
            </p:txBody>
          </p:sp>
        </mc:Choice>
        <mc:Fallback>
          <p:sp>
            <p:nvSpPr>
              <p:cNvPr id="71" name="TextBox 22">
                <a:extLst>
                  <a:ext uri="{FF2B5EF4-FFF2-40B4-BE49-F238E27FC236}">
                    <a16:creationId xmlns:a16="http://schemas.microsoft.com/office/drawing/2014/main" id="{21AF448F-24CA-AD19-86F8-0B5AA27195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7784" y="720555"/>
                <a:ext cx="490647" cy="307777"/>
              </a:xfrm>
              <a:prstGeom prst="rect">
                <a:avLst/>
              </a:prstGeom>
              <a:blipFill>
                <a:blip r:embed="rId13"/>
                <a:stretch>
                  <a:fillRect l="-6173" r="-2469" b="-1372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9EB93C2-1618-A31A-4550-C60ED3B7F149}"/>
                  </a:ext>
                </a:extLst>
              </p:cNvPr>
              <p:cNvSpPr txBox="1"/>
              <p:nvPr/>
            </p:nvSpPr>
            <p:spPr>
              <a:xfrm>
                <a:off x="2291331" y="1488240"/>
                <a:ext cx="490647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-1</m:t>
                          </m:r>
                        </m:sub>
                      </m:sSub>
                    </m:oMath>
                  </m:oMathPara>
                </a14:m>
                <a:endParaRPr lang="en-DE" sz="20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9EB93C2-1618-A31A-4550-C60ED3B7F1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1331" y="1488240"/>
                <a:ext cx="490647" cy="307777"/>
              </a:xfrm>
              <a:prstGeom prst="rect">
                <a:avLst/>
              </a:prstGeom>
              <a:blipFill>
                <a:blip r:embed="rId14"/>
                <a:stretch>
                  <a:fillRect l="-7500" r="-3750" b="-1372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5" name="Group 1151">
            <a:extLst>
              <a:ext uri="{FF2B5EF4-FFF2-40B4-BE49-F238E27FC236}">
                <a16:creationId xmlns:a16="http://schemas.microsoft.com/office/drawing/2014/main" id="{4E0064A1-A965-97FF-1F2E-5B5BC7D363E5}"/>
              </a:ext>
            </a:extLst>
          </p:cNvPr>
          <p:cNvGrpSpPr>
            <a:grpSpLocks noChangeAspect="1"/>
          </p:cNvGrpSpPr>
          <p:nvPr/>
        </p:nvGrpSpPr>
        <p:grpSpPr>
          <a:xfrm>
            <a:off x="2536652" y="5445593"/>
            <a:ext cx="3238758" cy="1303047"/>
            <a:chOff x="2364325" y="1841630"/>
            <a:chExt cx="7096125" cy="2854974"/>
          </a:xfrm>
        </p:grpSpPr>
        <p:sp>
          <p:nvSpPr>
            <p:cNvPr id="76" name="Cube 1116">
              <a:extLst>
                <a:ext uri="{FF2B5EF4-FFF2-40B4-BE49-F238E27FC236}">
                  <a16:creationId xmlns:a16="http://schemas.microsoft.com/office/drawing/2014/main" id="{758AC324-04E6-9D1A-C821-05D58BD92753}"/>
                </a:ext>
              </a:extLst>
            </p:cNvPr>
            <p:cNvSpPr/>
            <p:nvPr/>
          </p:nvSpPr>
          <p:spPr>
            <a:xfrm rot="20792938" flipH="1">
              <a:off x="2460043" y="2682735"/>
              <a:ext cx="6900983" cy="1668630"/>
            </a:xfrm>
            <a:prstGeom prst="cube">
              <a:avLst>
                <a:gd name="adj" fmla="val 95683"/>
              </a:avLst>
            </a:prstGeom>
            <a:solidFill>
              <a:schemeClr val="accent2">
                <a:lumMod val="20000"/>
                <a:lumOff val="80000"/>
                <a:alpha val="26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7" name="Straight Connector 1105">
              <a:extLst>
                <a:ext uri="{FF2B5EF4-FFF2-40B4-BE49-F238E27FC236}">
                  <a16:creationId xmlns:a16="http://schemas.microsoft.com/office/drawing/2014/main" id="{3C56B6EC-B50B-96EF-895E-E73A7B88C2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53882" y="3252810"/>
              <a:ext cx="861897" cy="18967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1108">
              <a:extLst>
                <a:ext uri="{FF2B5EF4-FFF2-40B4-BE49-F238E27FC236}">
                  <a16:creationId xmlns:a16="http://schemas.microsoft.com/office/drawing/2014/main" id="{CBB50D56-FFF4-286B-E9A8-4040EFC6D3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398" y="3169560"/>
              <a:ext cx="861897" cy="18967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5">
              <a:extLst>
                <a:ext uri="{FF2B5EF4-FFF2-40B4-BE49-F238E27FC236}">
                  <a16:creationId xmlns:a16="http://schemas.microsoft.com/office/drawing/2014/main" id="{1430CEF7-B6B5-8155-108F-05E6B36573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1267" y="3712112"/>
              <a:ext cx="690843" cy="17632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1094">
              <a:extLst>
                <a:ext uri="{FF2B5EF4-FFF2-40B4-BE49-F238E27FC236}">
                  <a16:creationId xmlns:a16="http://schemas.microsoft.com/office/drawing/2014/main" id="{862BC49F-F775-39C7-EAF7-918E42BCB7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43779" y="3801467"/>
              <a:ext cx="663436" cy="16273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1" name="Group 1088">
              <a:extLst>
                <a:ext uri="{FF2B5EF4-FFF2-40B4-BE49-F238E27FC236}">
                  <a16:creationId xmlns:a16="http://schemas.microsoft.com/office/drawing/2014/main" id="{37995DC8-5C1D-1531-3454-FC669011F1E8}"/>
                </a:ext>
              </a:extLst>
            </p:cNvPr>
            <p:cNvGrpSpPr/>
            <p:nvPr/>
          </p:nvGrpSpPr>
          <p:grpSpPr>
            <a:xfrm rot="20638310">
              <a:off x="5259964" y="2767319"/>
              <a:ext cx="1298900" cy="873346"/>
              <a:chOff x="5064759" y="3845912"/>
              <a:chExt cx="1298900" cy="873346"/>
            </a:xfrm>
          </p:grpSpPr>
          <p:grpSp>
            <p:nvGrpSpPr>
              <p:cNvPr id="96" name="Group 1065">
                <a:extLst>
                  <a:ext uri="{FF2B5EF4-FFF2-40B4-BE49-F238E27FC236}">
                    <a16:creationId xmlns:a16="http://schemas.microsoft.com/office/drawing/2014/main" id="{F8C78A13-9B8A-566E-E968-369EDADA6954}"/>
                  </a:ext>
                </a:extLst>
              </p:cNvPr>
              <p:cNvGrpSpPr/>
              <p:nvPr/>
            </p:nvGrpSpPr>
            <p:grpSpPr>
              <a:xfrm>
                <a:off x="5064759" y="3847008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18" name="Connector: Curved 1056">
                  <a:extLst>
                    <a:ext uri="{FF2B5EF4-FFF2-40B4-BE49-F238E27FC236}">
                      <a16:creationId xmlns:a16="http://schemas.microsoft.com/office/drawing/2014/main" id="{DF144F94-8439-D95C-9884-C928C36ED7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Connector: Curved 1061">
                  <a:extLst>
                    <a:ext uri="{FF2B5EF4-FFF2-40B4-BE49-F238E27FC236}">
                      <a16:creationId xmlns:a16="http://schemas.microsoft.com/office/drawing/2014/main" id="{9378733C-7738-7F64-0A56-0E4BE9884B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7" name="Group 1066">
                <a:extLst>
                  <a:ext uri="{FF2B5EF4-FFF2-40B4-BE49-F238E27FC236}">
                    <a16:creationId xmlns:a16="http://schemas.microsoft.com/office/drawing/2014/main" id="{979BF18A-4A6B-5E16-592E-EDCDDF0DE4C0}"/>
                  </a:ext>
                </a:extLst>
              </p:cNvPr>
              <p:cNvGrpSpPr/>
              <p:nvPr/>
            </p:nvGrpSpPr>
            <p:grpSpPr>
              <a:xfrm flipH="1">
                <a:off x="5227414" y="3848104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16" name="Connector: Curved 1067">
                  <a:extLst>
                    <a:ext uri="{FF2B5EF4-FFF2-40B4-BE49-F238E27FC236}">
                      <a16:creationId xmlns:a16="http://schemas.microsoft.com/office/drawing/2014/main" id="{FB8675B5-0BD9-B835-2A78-3C27008E30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Connector: Curved 1068">
                  <a:extLst>
                    <a:ext uri="{FF2B5EF4-FFF2-40B4-BE49-F238E27FC236}">
                      <a16:creationId xmlns:a16="http://schemas.microsoft.com/office/drawing/2014/main" id="{E2441824-23EB-974F-41DF-3921713542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8" name="Group 1069">
                <a:extLst>
                  <a:ext uri="{FF2B5EF4-FFF2-40B4-BE49-F238E27FC236}">
                    <a16:creationId xmlns:a16="http://schemas.microsoft.com/office/drawing/2014/main" id="{D3D78FC8-9135-A6F9-0551-A453B431A691}"/>
                  </a:ext>
                </a:extLst>
              </p:cNvPr>
              <p:cNvGrpSpPr/>
              <p:nvPr/>
            </p:nvGrpSpPr>
            <p:grpSpPr>
              <a:xfrm>
                <a:off x="5391832" y="3847008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14" name="Connector: Curved 1070">
                  <a:extLst>
                    <a:ext uri="{FF2B5EF4-FFF2-40B4-BE49-F238E27FC236}">
                      <a16:creationId xmlns:a16="http://schemas.microsoft.com/office/drawing/2014/main" id="{AFB8AD86-ECF8-41E9-3B62-27446734B6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Connector: Curved 1071">
                  <a:extLst>
                    <a:ext uri="{FF2B5EF4-FFF2-40B4-BE49-F238E27FC236}">
                      <a16:creationId xmlns:a16="http://schemas.microsoft.com/office/drawing/2014/main" id="{74BEB9F4-C816-9C35-C443-98D392889A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9" name="Group 1072">
                <a:extLst>
                  <a:ext uri="{FF2B5EF4-FFF2-40B4-BE49-F238E27FC236}">
                    <a16:creationId xmlns:a16="http://schemas.microsoft.com/office/drawing/2014/main" id="{AA6283F9-96C6-C1D0-E142-34483AA2446A}"/>
                  </a:ext>
                </a:extLst>
              </p:cNvPr>
              <p:cNvGrpSpPr/>
              <p:nvPr/>
            </p:nvGrpSpPr>
            <p:grpSpPr>
              <a:xfrm flipH="1">
                <a:off x="5554487" y="3848104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12" name="Connector: Curved 1073">
                  <a:extLst>
                    <a:ext uri="{FF2B5EF4-FFF2-40B4-BE49-F238E27FC236}">
                      <a16:creationId xmlns:a16="http://schemas.microsoft.com/office/drawing/2014/main" id="{45782E18-3B0E-15F8-6124-EDA143E2CD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Connector: Curved 1074">
                  <a:extLst>
                    <a:ext uri="{FF2B5EF4-FFF2-40B4-BE49-F238E27FC236}">
                      <a16:creationId xmlns:a16="http://schemas.microsoft.com/office/drawing/2014/main" id="{1211B596-71B0-3510-3A96-5FA6B56AD2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0" name="Group 1075">
                <a:extLst>
                  <a:ext uri="{FF2B5EF4-FFF2-40B4-BE49-F238E27FC236}">
                    <a16:creationId xmlns:a16="http://schemas.microsoft.com/office/drawing/2014/main" id="{61CFD3C4-46B8-9DC0-B0DA-39B4BC4AC3EE}"/>
                  </a:ext>
                </a:extLst>
              </p:cNvPr>
              <p:cNvGrpSpPr/>
              <p:nvPr/>
            </p:nvGrpSpPr>
            <p:grpSpPr>
              <a:xfrm>
                <a:off x="5718902" y="3847008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10" name="Connector: Curved 1076">
                  <a:extLst>
                    <a:ext uri="{FF2B5EF4-FFF2-40B4-BE49-F238E27FC236}">
                      <a16:creationId xmlns:a16="http://schemas.microsoft.com/office/drawing/2014/main" id="{0B3C2FD2-EACF-F9D9-BB33-74FB4A3363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Connector: Curved 1077">
                  <a:extLst>
                    <a:ext uri="{FF2B5EF4-FFF2-40B4-BE49-F238E27FC236}">
                      <a16:creationId xmlns:a16="http://schemas.microsoft.com/office/drawing/2014/main" id="{EBE0299E-F120-FF9B-62F0-D0F78C986D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1" name="Group 1078">
                <a:extLst>
                  <a:ext uri="{FF2B5EF4-FFF2-40B4-BE49-F238E27FC236}">
                    <a16:creationId xmlns:a16="http://schemas.microsoft.com/office/drawing/2014/main" id="{3E69C5E4-6CB5-C0C3-0201-58B51824564F}"/>
                  </a:ext>
                </a:extLst>
              </p:cNvPr>
              <p:cNvGrpSpPr/>
              <p:nvPr/>
            </p:nvGrpSpPr>
            <p:grpSpPr>
              <a:xfrm flipH="1">
                <a:off x="5881557" y="3848104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08" name="Connector: Curved 1079">
                  <a:extLst>
                    <a:ext uri="{FF2B5EF4-FFF2-40B4-BE49-F238E27FC236}">
                      <a16:creationId xmlns:a16="http://schemas.microsoft.com/office/drawing/2014/main" id="{38A92321-8FCC-5C98-9ECE-9E31AC2B93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Connector: Curved 1080">
                  <a:extLst>
                    <a:ext uri="{FF2B5EF4-FFF2-40B4-BE49-F238E27FC236}">
                      <a16:creationId xmlns:a16="http://schemas.microsoft.com/office/drawing/2014/main" id="{EAB4717B-0DF5-52A9-A6A3-F06F5AF4CC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2" name="Group 1081">
                <a:extLst>
                  <a:ext uri="{FF2B5EF4-FFF2-40B4-BE49-F238E27FC236}">
                    <a16:creationId xmlns:a16="http://schemas.microsoft.com/office/drawing/2014/main" id="{7C46BE3B-9845-4DB4-7150-20FAFCF8767F}"/>
                  </a:ext>
                </a:extLst>
              </p:cNvPr>
              <p:cNvGrpSpPr/>
              <p:nvPr/>
            </p:nvGrpSpPr>
            <p:grpSpPr>
              <a:xfrm>
                <a:off x="6044200" y="3845912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06" name="Connector: Curved 1082">
                  <a:extLst>
                    <a:ext uri="{FF2B5EF4-FFF2-40B4-BE49-F238E27FC236}">
                      <a16:creationId xmlns:a16="http://schemas.microsoft.com/office/drawing/2014/main" id="{EF566A3F-E554-2E48-EBEF-559EA1DC70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Connector: Curved 1083">
                  <a:extLst>
                    <a:ext uri="{FF2B5EF4-FFF2-40B4-BE49-F238E27FC236}">
                      <a16:creationId xmlns:a16="http://schemas.microsoft.com/office/drawing/2014/main" id="{5B80DE4C-64AA-6F21-AA2F-23C23DED7C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3" name="Group 1084">
                <a:extLst>
                  <a:ext uri="{FF2B5EF4-FFF2-40B4-BE49-F238E27FC236}">
                    <a16:creationId xmlns:a16="http://schemas.microsoft.com/office/drawing/2014/main" id="{5BE798E3-F834-7BD3-B1D0-AA4984179530}"/>
                  </a:ext>
                </a:extLst>
              </p:cNvPr>
              <p:cNvGrpSpPr/>
              <p:nvPr/>
            </p:nvGrpSpPr>
            <p:grpSpPr>
              <a:xfrm flipH="1">
                <a:off x="6199235" y="3847008"/>
                <a:ext cx="164424" cy="871154"/>
                <a:chOff x="5155247" y="3327896"/>
                <a:chExt cx="164424" cy="871154"/>
              </a:xfrm>
            </p:grpSpPr>
            <p:cxnSp>
              <p:nvCxnSpPr>
                <p:cNvPr id="104" name="Connector: Curved 1086">
                  <a:extLst>
                    <a:ext uri="{FF2B5EF4-FFF2-40B4-BE49-F238E27FC236}">
                      <a16:creationId xmlns:a16="http://schemas.microsoft.com/office/drawing/2014/main" id="{55B52EBE-D3D6-3883-F96A-F8B967C231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50" y="3418388"/>
                  <a:ext cx="164421" cy="780662"/>
                </a:xfrm>
                <a:prstGeom prst="curvedConnector3">
                  <a:avLst>
                    <a:gd name="adj1" fmla="val 50000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Connector: Curved 1087">
                  <a:extLst>
                    <a:ext uri="{FF2B5EF4-FFF2-40B4-BE49-F238E27FC236}">
                      <a16:creationId xmlns:a16="http://schemas.microsoft.com/office/drawing/2014/main" id="{264CAD98-BFED-4F2F-84CC-39BF7D732A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155247" y="3327896"/>
                  <a:ext cx="164421" cy="780662"/>
                </a:xfrm>
                <a:prstGeom prst="curvedConnector3">
                  <a:avLst>
                    <a:gd name="adj1" fmla="val 23932"/>
                  </a:avLst>
                </a:prstGeom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2" name="Group 1110">
              <a:extLst>
                <a:ext uri="{FF2B5EF4-FFF2-40B4-BE49-F238E27FC236}">
                  <a16:creationId xmlns:a16="http://schemas.microsoft.com/office/drawing/2014/main" id="{525B6414-AC27-E559-433E-2548B72ADEB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911118" y="3310988"/>
              <a:ext cx="840885" cy="773308"/>
              <a:chOff x="1970191" y="2669338"/>
              <a:chExt cx="914400" cy="1519324"/>
            </a:xfrm>
          </p:grpSpPr>
          <p:sp>
            <p:nvSpPr>
              <p:cNvPr id="94" name="Oval 1111">
                <a:extLst>
                  <a:ext uri="{FF2B5EF4-FFF2-40B4-BE49-F238E27FC236}">
                    <a16:creationId xmlns:a16="http://schemas.microsoft.com/office/drawing/2014/main" id="{1F0F4A22-528D-F369-245F-7975B91CD5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70191" y="3681413"/>
                <a:ext cx="914400" cy="507249"/>
              </a:xfrm>
              <a:prstGeom prst="ellipse">
                <a:avLst/>
              </a:prstGeom>
              <a:noFill/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Flowchart: Magnetic Disk 1112">
                <a:extLst>
                  <a:ext uri="{FF2B5EF4-FFF2-40B4-BE49-F238E27FC236}">
                    <a16:creationId xmlns:a16="http://schemas.microsoft.com/office/drawing/2014/main" id="{7C60A15D-6424-32AD-94A3-C99FA624030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70191" y="2669338"/>
                <a:ext cx="914400" cy="1519324"/>
              </a:xfrm>
              <a:prstGeom prst="flowChartMagneticDisk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3" name="Group 1120">
              <a:extLst>
                <a:ext uri="{FF2B5EF4-FFF2-40B4-BE49-F238E27FC236}">
                  <a16:creationId xmlns:a16="http://schemas.microsoft.com/office/drawing/2014/main" id="{3D11979C-AF65-5A10-AA3E-EC0C1225C37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467118" y="2580626"/>
              <a:ext cx="840885" cy="735319"/>
              <a:chOff x="1970191" y="2669338"/>
              <a:chExt cx="914400" cy="1519324"/>
            </a:xfrm>
          </p:grpSpPr>
          <p:sp>
            <p:nvSpPr>
              <p:cNvPr id="92" name="Oval 1121">
                <a:extLst>
                  <a:ext uri="{FF2B5EF4-FFF2-40B4-BE49-F238E27FC236}">
                    <a16:creationId xmlns:a16="http://schemas.microsoft.com/office/drawing/2014/main" id="{D5E0CCA9-D4E5-4FF8-2876-B16D080B7F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70191" y="3681413"/>
                <a:ext cx="914400" cy="507249"/>
              </a:xfrm>
              <a:prstGeom prst="ellipse">
                <a:avLst/>
              </a:prstGeom>
              <a:noFill/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Magnetic Disk 1122">
                <a:extLst>
                  <a:ext uri="{FF2B5EF4-FFF2-40B4-BE49-F238E27FC236}">
                    <a16:creationId xmlns:a16="http://schemas.microsoft.com/office/drawing/2014/main" id="{2DDAAAF3-6F05-E1D7-1B0A-D3F4A041185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970191" y="2669338"/>
                <a:ext cx="914400" cy="1519324"/>
              </a:xfrm>
              <a:prstGeom prst="flowChartMagneticDisk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84" name="Straight Connector 1128">
              <a:extLst>
                <a:ext uri="{FF2B5EF4-FFF2-40B4-BE49-F238E27FC236}">
                  <a16:creationId xmlns:a16="http://schemas.microsoft.com/office/drawing/2014/main" id="{4BCCEF19-DB07-40EF-1F48-68D931097A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08747" y="1841630"/>
              <a:ext cx="7032" cy="43661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1125">
              <a:extLst>
                <a:ext uri="{FF2B5EF4-FFF2-40B4-BE49-F238E27FC236}">
                  <a16:creationId xmlns:a16="http://schemas.microsoft.com/office/drawing/2014/main" id="{CE59DF33-A4D9-6E8B-4839-B09C6C46EF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49221" y="3100207"/>
              <a:ext cx="8379" cy="39060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1126">
              <a:extLst>
                <a:ext uri="{FF2B5EF4-FFF2-40B4-BE49-F238E27FC236}">
                  <a16:creationId xmlns:a16="http://schemas.microsoft.com/office/drawing/2014/main" id="{22935348-E952-7554-A476-79448CDC9F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83171" y="4290029"/>
              <a:ext cx="17196" cy="406575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1127">
              <a:extLst>
                <a:ext uri="{FF2B5EF4-FFF2-40B4-BE49-F238E27FC236}">
                  <a16:creationId xmlns:a16="http://schemas.microsoft.com/office/drawing/2014/main" id="{6BCBD6E0-A3F7-DCA9-D6C6-48613F1215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5247" y="3067384"/>
              <a:ext cx="4189" cy="44966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1130">
              <a:extLst>
                <a:ext uri="{FF2B5EF4-FFF2-40B4-BE49-F238E27FC236}">
                  <a16:creationId xmlns:a16="http://schemas.microsoft.com/office/drawing/2014/main" id="{0971F8B0-F270-295A-3651-C096B6293DAB}"/>
                </a:ext>
              </a:extLst>
            </p:cNvPr>
            <p:cNvCxnSpPr/>
            <p:nvPr/>
          </p:nvCxnSpPr>
          <p:spPr>
            <a:xfrm flipV="1">
              <a:off x="4283171" y="3105934"/>
              <a:ext cx="5177279" cy="11991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1131">
              <a:extLst>
                <a:ext uri="{FF2B5EF4-FFF2-40B4-BE49-F238E27FC236}">
                  <a16:creationId xmlns:a16="http://schemas.microsoft.com/office/drawing/2014/main" id="{8C187AD4-5EB3-7147-BB92-BF72F5FB5C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08747" y="1841630"/>
              <a:ext cx="1951703" cy="1258577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1134">
              <a:extLst>
                <a:ext uri="{FF2B5EF4-FFF2-40B4-BE49-F238E27FC236}">
                  <a16:creationId xmlns:a16="http://schemas.microsoft.com/office/drawing/2014/main" id="{915579AB-D77E-0DBC-E43A-D6BC5023F8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4325" y="1841630"/>
              <a:ext cx="5152801" cy="124577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1137">
              <a:extLst>
                <a:ext uri="{FF2B5EF4-FFF2-40B4-BE49-F238E27FC236}">
                  <a16:creationId xmlns:a16="http://schemas.microsoft.com/office/drawing/2014/main" id="{3F08C3FA-602F-AC19-B2D1-8DEA3336FEB0}"/>
                </a:ext>
              </a:extLst>
            </p:cNvPr>
            <p:cNvCxnSpPr>
              <a:cxnSpLocks/>
            </p:cNvCxnSpPr>
            <p:nvPr/>
          </p:nvCxnSpPr>
          <p:spPr>
            <a:xfrm>
              <a:off x="2369436" y="3100207"/>
              <a:ext cx="1922114" cy="119215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2452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3" grpId="0" animBg="1"/>
      <p:bldP spid="34" grpId="0"/>
      <p:bldP spid="38" grpId="0" animBg="1"/>
      <p:bldP spid="39" grpId="0"/>
      <p:bldP spid="40" grpId="0"/>
    </p:bldLst>
  </p:timing>
</p:sld>
</file>

<file path=ppt/theme/theme1.xml><?xml version="1.0" encoding="utf-8"?>
<a:theme xmlns:a="http://schemas.openxmlformats.org/drawingml/2006/main" name="1_Presentation8">
  <a:themeElements>
    <a:clrScheme name="HNI">
      <a:dk1>
        <a:srgbClr val="000000"/>
      </a:dk1>
      <a:lt1>
        <a:srgbClr val="FFFFFF"/>
      </a:lt1>
      <a:dk2>
        <a:srgbClr val="003A80"/>
      </a:dk2>
      <a:lt2>
        <a:srgbClr val="D0D1D3"/>
      </a:lt2>
      <a:accent1>
        <a:srgbClr val="90C4E7"/>
      </a:accent1>
      <a:accent2>
        <a:srgbClr val="8777AF"/>
      </a:accent2>
      <a:accent3>
        <a:srgbClr val="34A29E"/>
      </a:accent3>
      <a:accent4>
        <a:srgbClr val="DB4848"/>
      </a:accent4>
      <a:accent5>
        <a:srgbClr val="FFDD00"/>
      </a:accent5>
      <a:accent6>
        <a:srgbClr val="F6AE3C"/>
      </a:accent6>
      <a:hlink>
        <a:srgbClr val="003A80"/>
      </a:hlink>
      <a:folHlink>
        <a:srgbClr val="34A29E"/>
      </a:folHlink>
    </a:clrScheme>
    <a:fontScheme name="Heinz Nixdorf Instit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12700">
          <a:noFill/>
          <a:miter lim="800000"/>
          <a:headEnd/>
          <a:tailEnd/>
        </a:ln>
        <a:effectLst/>
      </a:spPr>
      <a:bodyPr wrap="none" rtlCol="0" anchor="ctr"/>
      <a:lstStyle>
        <a:defPPr algn="ctr">
          <a:defRPr sz="1600" b="1" dirty="0" smtClean="0">
            <a:solidFill>
              <a:schemeClr val="bg1"/>
            </a:solidFill>
          </a:defRPr>
        </a:defPPr>
      </a:lstStyle>
    </a:spDef>
    <a:txDef>
      <a:spPr>
        <a:noFill/>
      </a:spPr>
      <a:bodyPr wrap="square" lIns="0" rIns="0" rtlCol="0">
        <a:spAutoFit/>
      </a:bodyPr>
      <a:lstStyle>
        <a:defPPr marL="360000" indent="-360000">
          <a:spcAft>
            <a:spcPts val="1000"/>
          </a:spcAft>
          <a:buClr>
            <a:schemeClr val="tx2"/>
          </a:buClr>
          <a:buSzPct val="80000"/>
          <a:buFont typeface="Wingdings" panose="05000000000000000000" pitchFamily="2" charset="2"/>
          <a:buChar char="n"/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C354663F-223D-4A58-8FDD-7C5CCCBD7E4D}" vid="{3BA90D7B-EA87-484E-9A2A-BAEA2B6FD6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</Words>
  <Application>Microsoft Office PowerPoint</Application>
  <PresentationFormat>Benutzerdefiniert</PresentationFormat>
  <Paragraphs>18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1_Presentation8</vt:lpstr>
      <vt:lpstr>Office Theme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219</cp:revision>
  <dcterms:created xsi:type="dcterms:W3CDTF">2025-03-08T08:37:57Z</dcterms:created>
  <dcterms:modified xsi:type="dcterms:W3CDTF">2026-05-02T12:42:42Z</dcterms:modified>
</cp:coreProperties>
</file>