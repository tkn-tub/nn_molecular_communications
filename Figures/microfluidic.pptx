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  <p:sldMasterId id="2147483683" r:id="rId2"/>
  </p:sldMasterIdLst>
  <p:notesMasterIdLst>
    <p:notesMasterId r:id="rId4"/>
  </p:notesMasterIdLst>
  <p:sldIdLst>
    <p:sldId id="1947" r:id="rId3"/>
  </p:sldIdLst>
  <p:sldSz cx="7920038" cy="6858000"/>
  <p:notesSz cx="6858000" cy="9144000"/>
  <p:defaultTextStyle>
    <a:defPPr>
      <a:defRPr lang="LID4096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264" userDrawn="1">
          <p15:clr>
            <a:srgbClr val="A4A3A4"/>
          </p15:clr>
        </p15:guide>
        <p15:guide id="2" pos="112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D4CC"/>
    <a:srgbClr val="FFFFFF"/>
    <a:srgbClr val="E7EBE8"/>
    <a:srgbClr val="E8BD33"/>
    <a:srgbClr val="F8CBAD"/>
    <a:srgbClr val="156082"/>
    <a:srgbClr val="738965"/>
    <a:srgbClr val="C55A11"/>
    <a:srgbClr val="D68B58"/>
    <a:srgbClr val="CC33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5036" autoAdjust="0"/>
  </p:normalViewPr>
  <p:slideViewPr>
    <p:cSldViewPr snapToGrid="0" showGuides="1">
      <p:cViewPr varScale="1">
        <p:scale>
          <a:sx n="123" d="100"/>
          <a:sy n="123" d="100"/>
        </p:scale>
        <p:origin x="858" y="114"/>
      </p:cViewPr>
      <p:guideLst>
        <p:guide orient="horz" pos="3264"/>
        <p:guide pos="1123"/>
      </p:guideLst>
    </p:cSldViewPr>
  </p:slideViewPr>
  <p:notesTextViewPr>
    <p:cViewPr>
      <p:scale>
        <a:sx n="150" d="100"/>
        <a:sy n="15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651C66-AD54-4E79-8A09-AB61F6095E8D}" type="datetimeFigureOut">
              <a:rPr lang="LID4096" smtClean="0"/>
              <a:t>05/02/2026</a:t>
            </a:fld>
            <a:endParaRPr lang="LID4096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646238" y="1143000"/>
            <a:ext cx="35655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LID4096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D5572D0-3795-4C3C-849E-BDA62F558749}" type="slidenum">
              <a:rPr lang="LID4096" smtClean="0"/>
              <a:t>‹Nr.›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139993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4">
            <a:extLst>
              <a:ext uri="{FF2B5EF4-FFF2-40B4-BE49-F238E27FC236}">
                <a16:creationId xmlns:a16="http://schemas.microsoft.com/office/drawing/2014/main" id="{DA4ED779-1BF4-E9B2-D05D-97789C628B36}"/>
              </a:ext>
            </a:extLst>
          </p:cNvPr>
          <p:cNvSpPr/>
          <p:nvPr userDrawn="1"/>
        </p:nvSpPr>
        <p:spPr>
          <a:xfrm>
            <a:off x="0" y="1668464"/>
            <a:ext cx="7920038" cy="5189537"/>
          </a:xfrm>
          <a:custGeom>
            <a:avLst/>
            <a:gdLst>
              <a:gd name="connsiteX0" fmla="*/ 0 w 12192000"/>
              <a:gd name="connsiteY0" fmla="*/ 0 h 4760912"/>
              <a:gd name="connsiteX1" fmla="*/ 12192000 w 12192000"/>
              <a:gd name="connsiteY1" fmla="*/ 0 h 4760912"/>
              <a:gd name="connsiteX2" fmla="*/ 12192000 w 12192000"/>
              <a:gd name="connsiteY2" fmla="*/ 4760912 h 4760912"/>
              <a:gd name="connsiteX3" fmla="*/ 0 w 12192000"/>
              <a:gd name="connsiteY3" fmla="*/ 4760912 h 4760912"/>
              <a:gd name="connsiteX4" fmla="*/ 0 w 12192000"/>
              <a:gd name="connsiteY4" fmla="*/ 0 h 4760912"/>
              <a:gd name="connsiteX0" fmla="*/ 0 w 12192000"/>
              <a:gd name="connsiteY0" fmla="*/ 212725 h 4973637"/>
              <a:gd name="connsiteX1" fmla="*/ 12192000 w 12192000"/>
              <a:gd name="connsiteY1" fmla="*/ 0 h 4973637"/>
              <a:gd name="connsiteX2" fmla="*/ 12192000 w 12192000"/>
              <a:gd name="connsiteY2" fmla="*/ 4973637 h 4973637"/>
              <a:gd name="connsiteX3" fmla="*/ 0 w 12192000"/>
              <a:gd name="connsiteY3" fmla="*/ 4973637 h 4973637"/>
              <a:gd name="connsiteX4" fmla="*/ 0 w 12192000"/>
              <a:gd name="connsiteY4" fmla="*/ 212725 h 4973637"/>
              <a:gd name="connsiteX0" fmla="*/ 0 w 12192000"/>
              <a:gd name="connsiteY0" fmla="*/ 428625 h 5189537"/>
              <a:gd name="connsiteX1" fmla="*/ 12192000 w 12192000"/>
              <a:gd name="connsiteY1" fmla="*/ 0 h 5189537"/>
              <a:gd name="connsiteX2" fmla="*/ 12192000 w 12192000"/>
              <a:gd name="connsiteY2" fmla="*/ 5189537 h 5189537"/>
              <a:gd name="connsiteX3" fmla="*/ 0 w 12192000"/>
              <a:gd name="connsiteY3" fmla="*/ 5189537 h 5189537"/>
              <a:gd name="connsiteX4" fmla="*/ 0 w 12192000"/>
              <a:gd name="connsiteY4" fmla="*/ 428625 h 51895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92000" h="5189537">
                <a:moveTo>
                  <a:pt x="0" y="428625"/>
                </a:moveTo>
                <a:lnTo>
                  <a:pt x="12192000" y="0"/>
                </a:lnTo>
                <a:lnTo>
                  <a:pt x="12192000" y="5189537"/>
                </a:lnTo>
                <a:lnTo>
                  <a:pt x="0" y="5189537"/>
                </a:lnTo>
                <a:lnTo>
                  <a:pt x="0" y="428625"/>
                </a:lnTo>
                <a:close/>
              </a:path>
            </a:pathLst>
          </a:custGeom>
          <a:gradFill>
            <a:gsLst>
              <a:gs pos="0">
                <a:srgbClr val="1F90CC"/>
              </a:gs>
              <a:gs pos="100000">
                <a:srgbClr val="9013FE"/>
              </a:gs>
            </a:gsLst>
            <a:lin ang="189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800"/>
          </a:p>
        </p:txBody>
      </p:sp>
      <p:sp>
        <p:nvSpPr>
          <p:cNvPr id="17" name="Rechteck 4">
            <a:extLst>
              <a:ext uri="{FF2B5EF4-FFF2-40B4-BE49-F238E27FC236}">
                <a16:creationId xmlns:a16="http://schemas.microsoft.com/office/drawing/2014/main" id="{220A97D8-26D0-E064-8D44-BA1E44C754AA}"/>
              </a:ext>
            </a:extLst>
          </p:cNvPr>
          <p:cNvSpPr/>
          <p:nvPr userDrawn="1"/>
        </p:nvSpPr>
        <p:spPr>
          <a:xfrm>
            <a:off x="-4209" y="1668463"/>
            <a:ext cx="7920038" cy="5189537"/>
          </a:xfrm>
          <a:custGeom>
            <a:avLst/>
            <a:gdLst>
              <a:gd name="connsiteX0" fmla="*/ 0 w 12192000"/>
              <a:gd name="connsiteY0" fmla="*/ 0 h 4760912"/>
              <a:gd name="connsiteX1" fmla="*/ 12192000 w 12192000"/>
              <a:gd name="connsiteY1" fmla="*/ 0 h 4760912"/>
              <a:gd name="connsiteX2" fmla="*/ 12192000 w 12192000"/>
              <a:gd name="connsiteY2" fmla="*/ 4760912 h 4760912"/>
              <a:gd name="connsiteX3" fmla="*/ 0 w 12192000"/>
              <a:gd name="connsiteY3" fmla="*/ 4760912 h 4760912"/>
              <a:gd name="connsiteX4" fmla="*/ 0 w 12192000"/>
              <a:gd name="connsiteY4" fmla="*/ 0 h 4760912"/>
              <a:gd name="connsiteX0" fmla="*/ 0 w 12192000"/>
              <a:gd name="connsiteY0" fmla="*/ 212725 h 4973637"/>
              <a:gd name="connsiteX1" fmla="*/ 12192000 w 12192000"/>
              <a:gd name="connsiteY1" fmla="*/ 0 h 4973637"/>
              <a:gd name="connsiteX2" fmla="*/ 12192000 w 12192000"/>
              <a:gd name="connsiteY2" fmla="*/ 4973637 h 4973637"/>
              <a:gd name="connsiteX3" fmla="*/ 0 w 12192000"/>
              <a:gd name="connsiteY3" fmla="*/ 4973637 h 4973637"/>
              <a:gd name="connsiteX4" fmla="*/ 0 w 12192000"/>
              <a:gd name="connsiteY4" fmla="*/ 212725 h 4973637"/>
              <a:gd name="connsiteX0" fmla="*/ 0 w 12192000"/>
              <a:gd name="connsiteY0" fmla="*/ 428625 h 5189537"/>
              <a:gd name="connsiteX1" fmla="*/ 12192000 w 12192000"/>
              <a:gd name="connsiteY1" fmla="*/ 0 h 5189537"/>
              <a:gd name="connsiteX2" fmla="*/ 12192000 w 12192000"/>
              <a:gd name="connsiteY2" fmla="*/ 5189537 h 5189537"/>
              <a:gd name="connsiteX3" fmla="*/ 0 w 12192000"/>
              <a:gd name="connsiteY3" fmla="*/ 5189537 h 5189537"/>
              <a:gd name="connsiteX4" fmla="*/ 0 w 12192000"/>
              <a:gd name="connsiteY4" fmla="*/ 428625 h 51895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92000" h="5189537">
                <a:moveTo>
                  <a:pt x="0" y="428625"/>
                </a:moveTo>
                <a:lnTo>
                  <a:pt x="12192000" y="0"/>
                </a:lnTo>
                <a:lnTo>
                  <a:pt x="12192000" y="5189537"/>
                </a:lnTo>
                <a:lnTo>
                  <a:pt x="0" y="5189537"/>
                </a:lnTo>
                <a:lnTo>
                  <a:pt x="0" y="428625"/>
                </a:lnTo>
                <a:close/>
              </a:path>
            </a:pathLst>
          </a:custGeom>
          <a:gradFill>
            <a:gsLst>
              <a:gs pos="0">
                <a:srgbClr val="FF6C00"/>
              </a:gs>
              <a:gs pos="100000">
                <a:srgbClr val="C40D1E"/>
              </a:gs>
            </a:gsLst>
            <a:lin ang="189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800"/>
          </a:p>
        </p:txBody>
      </p:sp>
      <p:pic>
        <p:nvPicPr>
          <p:cNvPr id="3" name="Grafik 6">
            <a:extLst>
              <a:ext uri="{FF2B5EF4-FFF2-40B4-BE49-F238E27FC236}">
                <a16:creationId xmlns:a16="http://schemas.microsoft.com/office/drawing/2014/main" id="{0E7932CC-57F5-7FF5-6F53-EF9A888DB64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098643" y="378741"/>
            <a:ext cx="1461621" cy="774000"/>
          </a:xfrm>
          <a:prstGeom prst="rect">
            <a:avLst/>
          </a:prstGeom>
        </p:spPr>
      </p:pic>
      <p:sp>
        <p:nvSpPr>
          <p:cNvPr id="4098" name="Rectangle 2">
            <a:extLst>
              <a:ext uri="{FF2B5EF4-FFF2-40B4-BE49-F238E27FC236}">
                <a16:creationId xmlns:a16="http://schemas.microsoft.com/office/drawing/2014/main" id="{5F2B473E-6402-CF41-B498-BF4083E1F7F1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357805" y="5431615"/>
            <a:ext cx="5409999" cy="461665"/>
          </a:xfrm>
          <a:noFill/>
        </p:spPr>
        <p:txBody>
          <a:bodyPr wrap="square" lIns="0" tIns="0" rIns="0" bIns="0" rtlCol="0">
            <a:spAutoFit/>
          </a:bodyPr>
          <a:lstStyle>
            <a:lvl1pPr algn="l">
              <a:defRPr lang="en-US" altLang="en-US" sz="3000" noProof="0" dirty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 algn="ctr">
              <a:lnSpc>
                <a:spcPts val="3600"/>
              </a:lnSpc>
            </a:pPr>
            <a:r>
              <a:rPr lang="en-US" altLang="en-US" noProof="0" dirty="0"/>
              <a:t>Click to edit Master title style</a:t>
            </a:r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44EFF916-2BDB-4E4D-8A01-EDEA9161D585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357806" y="6097225"/>
            <a:ext cx="5409999" cy="283411"/>
          </a:xfrm>
          <a:noFill/>
        </p:spPr>
        <p:txBody>
          <a:bodyPr wrap="square" lIns="0" tIns="0" rIns="0" bIns="0" rtlCol="0">
            <a:spAutoFit/>
          </a:bodyPr>
          <a:lstStyle>
            <a:lvl1pPr>
              <a:defRPr lang="en-US" altLang="en-US" sz="1800" noProof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defTabSz="914400" fontAlgn="auto" latinLnBrk="0">
              <a:lnSpc>
                <a:spcPts val="2400"/>
              </a:lnSpc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lang="en-US" altLang="en-US" noProof="0" dirty="0"/>
              <a:t>Click to edit Master subtitle style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78AF8769-66B8-2076-3312-6FFEC190D6B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098642" y="5982101"/>
            <a:ext cx="1580095" cy="497158"/>
          </a:xfrm>
          <a:prstGeom prst="rect">
            <a:avLst/>
          </a:prstGeom>
        </p:spPr>
      </p:pic>
      <p:sp>
        <p:nvSpPr>
          <p:cNvPr id="15" name="Bildplatzhalter 23">
            <a:extLst>
              <a:ext uri="{FF2B5EF4-FFF2-40B4-BE49-F238E27FC236}">
                <a16:creationId xmlns:a16="http://schemas.microsoft.com/office/drawing/2014/main" id="{6D21FA3E-20E0-EB86-2D08-F46A8F5CDCA4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-4209" y="1260572"/>
            <a:ext cx="5772013" cy="3273604"/>
          </a:xfrm>
          <a:custGeom>
            <a:avLst/>
            <a:gdLst>
              <a:gd name="connsiteX0" fmla="*/ 0 w 8328660"/>
              <a:gd name="connsiteY0" fmla="*/ 0 h 3143274"/>
              <a:gd name="connsiteX1" fmla="*/ 8328660 w 8328660"/>
              <a:gd name="connsiteY1" fmla="*/ 0 h 3143274"/>
              <a:gd name="connsiteX2" fmla="*/ 8328660 w 8328660"/>
              <a:gd name="connsiteY2" fmla="*/ 3143274 h 3143274"/>
              <a:gd name="connsiteX3" fmla="*/ 0 w 8328660"/>
              <a:gd name="connsiteY3" fmla="*/ 3143274 h 3143274"/>
              <a:gd name="connsiteX4" fmla="*/ 0 w 8328660"/>
              <a:gd name="connsiteY4" fmla="*/ 0 h 3143274"/>
              <a:gd name="connsiteX0" fmla="*/ 0 w 8336280"/>
              <a:gd name="connsiteY0" fmla="*/ 601980 h 3745254"/>
              <a:gd name="connsiteX1" fmla="*/ 8336280 w 8336280"/>
              <a:gd name="connsiteY1" fmla="*/ 0 h 3745254"/>
              <a:gd name="connsiteX2" fmla="*/ 8328660 w 8336280"/>
              <a:gd name="connsiteY2" fmla="*/ 3745254 h 3745254"/>
              <a:gd name="connsiteX3" fmla="*/ 0 w 8336280"/>
              <a:gd name="connsiteY3" fmla="*/ 3745254 h 3745254"/>
              <a:gd name="connsiteX4" fmla="*/ 0 w 8336280"/>
              <a:gd name="connsiteY4" fmla="*/ 601980 h 3745254"/>
              <a:gd name="connsiteX0" fmla="*/ 0 w 8336280"/>
              <a:gd name="connsiteY0" fmla="*/ 601980 h 3745254"/>
              <a:gd name="connsiteX1" fmla="*/ 8336280 w 8336280"/>
              <a:gd name="connsiteY1" fmla="*/ 0 h 3745254"/>
              <a:gd name="connsiteX2" fmla="*/ 8321040 w 8336280"/>
              <a:gd name="connsiteY2" fmla="*/ 3242334 h 3745254"/>
              <a:gd name="connsiteX3" fmla="*/ 0 w 8336280"/>
              <a:gd name="connsiteY3" fmla="*/ 3745254 h 3745254"/>
              <a:gd name="connsiteX4" fmla="*/ 0 w 8336280"/>
              <a:gd name="connsiteY4" fmla="*/ 601980 h 3745254"/>
              <a:gd name="connsiteX0" fmla="*/ 0 w 8336280"/>
              <a:gd name="connsiteY0" fmla="*/ 286029 h 3429303"/>
              <a:gd name="connsiteX1" fmla="*/ 8336280 w 8336280"/>
              <a:gd name="connsiteY1" fmla="*/ 0 h 3429303"/>
              <a:gd name="connsiteX2" fmla="*/ 8321040 w 8336280"/>
              <a:gd name="connsiteY2" fmla="*/ 2926383 h 3429303"/>
              <a:gd name="connsiteX3" fmla="*/ 0 w 8336280"/>
              <a:gd name="connsiteY3" fmla="*/ 3429303 h 3429303"/>
              <a:gd name="connsiteX4" fmla="*/ 0 w 8336280"/>
              <a:gd name="connsiteY4" fmla="*/ 286029 h 3429303"/>
              <a:gd name="connsiteX0" fmla="*/ 0 w 8339997"/>
              <a:gd name="connsiteY0" fmla="*/ 312049 h 3429303"/>
              <a:gd name="connsiteX1" fmla="*/ 8339997 w 8339997"/>
              <a:gd name="connsiteY1" fmla="*/ 0 h 3429303"/>
              <a:gd name="connsiteX2" fmla="*/ 8324757 w 8339997"/>
              <a:gd name="connsiteY2" fmla="*/ 2926383 h 3429303"/>
              <a:gd name="connsiteX3" fmla="*/ 3717 w 8339997"/>
              <a:gd name="connsiteY3" fmla="*/ 3429303 h 3429303"/>
              <a:gd name="connsiteX4" fmla="*/ 0 w 8339997"/>
              <a:gd name="connsiteY4" fmla="*/ 312049 h 3429303"/>
              <a:gd name="connsiteX0" fmla="*/ 0 w 8343172"/>
              <a:gd name="connsiteY0" fmla="*/ 305699 h 3429303"/>
              <a:gd name="connsiteX1" fmla="*/ 8343172 w 8343172"/>
              <a:gd name="connsiteY1" fmla="*/ 0 h 3429303"/>
              <a:gd name="connsiteX2" fmla="*/ 8327932 w 8343172"/>
              <a:gd name="connsiteY2" fmla="*/ 2926383 h 3429303"/>
              <a:gd name="connsiteX3" fmla="*/ 6892 w 8343172"/>
              <a:gd name="connsiteY3" fmla="*/ 3429303 h 3429303"/>
              <a:gd name="connsiteX4" fmla="*/ 0 w 8343172"/>
              <a:gd name="connsiteY4" fmla="*/ 305699 h 3429303"/>
              <a:gd name="connsiteX0" fmla="*/ 0 w 8349522"/>
              <a:gd name="connsiteY0" fmla="*/ 308874 h 3429303"/>
              <a:gd name="connsiteX1" fmla="*/ 8349522 w 8349522"/>
              <a:gd name="connsiteY1" fmla="*/ 0 h 3429303"/>
              <a:gd name="connsiteX2" fmla="*/ 8334282 w 8349522"/>
              <a:gd name="connsiteY2" fmla="*/ 2926383 h 3429303"/>
              <a:gd name="connsiteX3" fmla="*/ 13242 w 8349522"/>
              <a:gd name="connsiteY3" fmla="*/ 3429303 h 3429303"/>
              <a:gd name="connsiteX4" fmla="*/ 0 w 8349522"/>
              <a:gd name="connsiteY4" fmla="*/ 308874 h 3429303"/>
              <a:gd name="connsiteX0" fmla="*/ 0 w 8352697"/>
              <a:gd name="connsiteY0" fmla="*/ 312049 h 3429303"/>
              <a:gd name="connsiteX1" fmla="*/ 8352697 w 8352697"/>
              <a:gd name="connsiteY1" fmla="*/ 0 h 3429303"/>
              <a:gd name="connsiteX2" fmla="*/ 8337457 w 8352697"/>
              <a:gd name="connsiteY2" fmla="*/ 2926383 h 3429303"/>
              <a:gd name="connsiteX3" fmla="*/ 16417 w 8352697"/>
              <a:gd name="connsiteY3" fmla="*/ 3429303 h 3429303"/>
              <a:gd name="connsiteX4" fmla="*/ 0 w 8352697"/>
              <a:gd name="connsiteY4" fmla="*/ 312049 h 3429303"/>
              <a:gd name="connsiteX0" fmla="*/ 0 w 8349522"/>
              <a:gd name="connsiteY0" fmla="*/ 302524 h 3429303"/>
              <a:gd name="connsiteX1" fmla="*/ 8349522 w 8349522"/>
              <a:gd name="connsiteY1" fmla="*/ 0 h 3429303"/>
              <a:gd name="connsiteX2" fmla="*/ 8334282 w 8349522"/>
              <a:gd name="connsiteY2" fmla="*/ 2926383 h 3429303"/>
              <a:gd name="connsiteX3" fmla="*/ 13242 w 8349522"/>
              <a:gd name="connsiteY3" fmla="*/ 3429303 h 3429303"/>
              <a:gd name="connsiteX4" fmla="*/ 0 w 8349522"/>
              <a:gd name="connsiteY4" fmla="*/ 302524 h 3429303"/>
              <a:gd name="connsiteX0" fmla="*/ 0 w 8349522"/>
              <a:gd name="connsiteY0" fmla="*/ 302524 h 3226103"/>
              <a:gd name="connsiteX1" fmla="*/ 8349522 w 8349522"/>
              <a:gd name="connsiteY1" fmla="*/ 0 h 3226103"/>
              <a:gd name="connsiteX2" fmla="*/ 8334282 w 8349522"/>
              <a:gd name="connsiteY2" fmla="*/ 2926383 h 3226103"/>
              <a:gd name="connsiteX3" fmla="*/ 13242 w 8349522"/>
              <a:gd name="connsiteY3" fmla="*/ 3226103 h 3226103"/>
              <a:gd name="connsiteX4" fmla="*/ 0 w 8349522"/>
              <a:gd name="connsiteY4" fmla="*/ 302524 h 3226103"/>
              <a:gd name="connsiteX0" fmla="*/ 0 w 8883911"/>
              <a:gd name="connsiteY0" fmla="*/ 326274 h 3226103"/>
              <a:gd name="connsiteX1" fmla="*/ 8883911 w 8883911"/>
              <a:gd name="connsiteY1" fmla="*/ 0 h 3226103"/>
              <a:gd name="connsiteX2" fmla="*/ 8868671 w 8883911"/>
              <a:gd name="connsiteY2" fmla="*/ 2926383 h 3226103"/>
              <a:gd name="connsiteX3" fmla="*/ 547631 w 8883911"/>
              <a:gd name="connsiteY3" fmla="*/ 3226103 h 3226103"/>
              <a:gd name="connsiteX4" fmla="*/ 0 w 8883911"/>
              <a:gd name="connsiteY4" fmla="*/ 326274 h 3226103"/>
              <a:gd name="connsiteX0" fmla="*/ 0 w 8872036"/>
              <a:gd name="connsiteY0" fmla="*/ 326274 h 3226103"/>
              <a:gd name="connsiteX1" fmla="*/ 8872036 w 8872036"/>
              <a:gd name="connsiteY1" fmla="*/ 0 h 3226103"/>
              <a:gd name="connsiteX2" fmla="*/ 8856796 w 8872036"/>
              <a:gd name="connsiteY2" fmla="*/ 2926383 h 3226103"/>
              <a:gd name="connsiteX3" fmla="*/ 535756 w 8872036"/>
              <a:gd name="connsiteY3" fmla="*/ 3226103 h 3226103"/>
              <a:gd name="connsiteX4" fmla="*/ 0 w 8872036"/>
              <a:gd name="connsiteY4" fmla="*/ 326274 h 3226103"/>
              <a:gd name="connsiteX0" fmla="*/ 34357 w 8906393"/>
              <a:gd name="connsiteY0" fmla="*/ 326274 h 3273604"/>
              <a:gd name="connsiteX1" fmla="*/ 8906393 w 8906393"/>
              <a:gd name="connsiteY1" fmla="*/ 0 h 3273604"/>
              <a:gd name="connsiteX2" fmla="*/ 8891153 w 8906393"/>
              <a:gd name="connsiteY2" fmla="*/ 2926383 h 3273604"/>
              <a:gd name="connsiteX3" fmla="*/ 98 w 8906393"/>
              <a:gd name="connsiteY3" fmla="*/ 3273604 h 3273604"/>
              <a:gd name="connsiteX4" fmla="*/ 34357 w 8906393"/>
              <a:gd name="connsiteY4" fmla="*/ 326274 h 3273604"/>
              <a:gd name="connsiteX0" fmla="*/ 0 w 8907662"/>
              <a:gd name="connsiteY0" fmla="*/ 338149 h 3273604"/>
              <a:gd name="connsiteX1" fmla="*/ 8907662 w 8907662"/>
              <a:gd name="connsiteY1" fmla="*/ 0 h 3273604"/>
              <a:gd name="connsiteX2" fmla="*/ 8892422 w 8907662"/>
              <a:gd name="connsiteY2" fmla="*/ 2926383 h 3273604"/>
              <a:gd name="connsiteX3" fmla="*/ 1367 w 8907662"/>
              <a:gd name="connsiteY3" fmla="*/ 3273604 h 3273604"/>
              <a:gd name="connsiteX4" fmla="*/ 0 w 8907662"/>
              <a:gd name="connsiteY4" fmla="*/ 338149 h 3273604"/>
              <a:gd name="connsiteX0" fmla="*/ 0 w 8907662"/>
              <a:gd name="connsiteY0" fmla="*/ 338149 h 3273604"/>
              <a:gd name="connsiteX1" fmla="*/ 8907662 w 8907662"/>
              <a:gd name="connsiteY1" fmla="*/ 0 h 3273604"/>
              <a:gd name="connsiteX2" fmla="*/ 8892422 w 8907662"/>
              <a:gd name="connsiteY2" fmla="*/ 2926383 h 3273604"/>
              <a:gd name="connsiteX3" fmla="*/ 32591 w 8907662"/>
              <a:gd name="connsiteY3" fmla="*/ 3273604 h 3273604"/>
              <a:gd name="connsiteX4" fmla="*/ 0 w 8907662"/>
              <a:gd name="connsiteY4" fmla="*/ 338149 h 3273604"/>
              <a:gd name="connsiteX0" fmla="*/ 0 w 8885359"/>
              <a:gd name="connsiteY0" fmla="*/ 338149 h 3273604"/>
              <a:gd name="connsiteX1" fmla="*/ 8885359 w 8885359"/>
              <a:gd name="connsiteY1" fmla="*/ 0 h 3273604"/>
              <a:gd name="connsiteX2" fmla="*/ 8870119 w 8885359"/>
              <a:gd name="connsiteY2" fmla="*/ 2926383 h 3273604"/>
              <a:gd name="connsiteX3" fmla="*/ 10288 w 8885359"/>
              <a:gd name="connsiteY3" fmla="*/ 3273604 h 3273604"/>
              <a:gd name="connsiteX4" fmla="*/ 0 w 8885359"/>
              <a:gd name="connsiteY4" fmla="*/ 338149 h 32736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85359" h="3273604">
                <a:moveTo>
                  <a:pt x="0" y="338149"/>
                </a:moveTo>
                <a:lnTo>
                  <a:pt x="8885359" y="0"/>
                </a:lnTo>
                <a:lnTo>
                  <a:pt x="8870119" y="2926383"/>
                </a:lnTo>
                <a:lnTo>
                  <a:pt x="10288" y="3273604"/>
                </a:lnTo>
                <a:cubicBezTo>
                  <a:pt x="7991" y="2232403"/>
                  <a:pt x="2297" y="1379350"/>
                  <a:pt x="0" y="338149"/>
                </a:cubicBezTo>
                <a:close/>
              </a:path>
            </a:pathLst>
          </a:custGeom>
          <a:solidFill>
            <a:srgbClr val="434343"/>
          </a:solidFill>
        </p:spPr>
        <p:txBody>
          <a:bodyPr lIns="576000" anchor="ctr" anchorCtr="0"/>
          <a:lstStyle>
            <a:lvl1pPr marL="0" indent="0" algn="ctr">
              <a:buNone/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 dirty="0"/>
              <a:t>Platzhalter: Bild Titelfolie</a:t>
            </a:r>
          </a:p>
        </p:txBody>
      </p:sp>
    </p:spTree>
    <p:extLst>
      <p:ext uri="{BB962C8B-B14F-4D97-AF65-F5344CB8AC3E}">
        <p14:creationId xmlns:p14="http://schemas.microsoft.com/office/powerpoint/2010/main" val="8625138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platzhalter 4"/>
          <p:cNvSpPr>
            <a:spLocks noGrp="1"/>
          </p:cNvSpPr>
          <p:nvPr>
            <p:ph type="body" sz="quarter" idx="15"/>
          </p:nvPr>
        </p:nvSpPr>
        <p:spPr>
          <a:xfrm>
            <a:off x="1081431" y="3532822"/>
            <a:ext cx="4605743" cy="2848928"/>
          </a:xfrm>
        </p:spPr>
        <p:txBody>
          <a:bodyPr/>
          <a:lstStyle>
            <a:lvl1pPr marL="360000" indent="-360000">
              <a:buFont typeface="+mj-lt"/>
              <a:buAutoNum type="arabicPeriod"/>
              <a:defRPr b="0"/>
            </a:lvl1pPr>
            <a:lvl2pPr marL="720000" indent="-360000">
              <a:buFont typeface="+mj-lt"/>
              <a:buAutoNum type="arabicPeriod"/>
              <a:defRPr b="0"/>
            </a:lvl2pPr>
            <a:lvl3pPr marL="1080000" indent="-360000">
              <a:buFont typeface="+mj-lt"/>
              <a:buAutoNum type="arabicPeriod"/>
              <a:defRPr b="0"/>
            </a:lvl3pPr>
            <a:lvl4pPr marL="1438275" indent="-360000">
              <a:buFont typeface="+mj-lt"/>
              <a:buAutoNum type="arabicPeriod"/>
              <a:defRPr b="0"/>
            </a:lvl4pPr>
            <a:lvl5pPr marL="1800000" indent="-360000">
              <a:buFont typeface="+mj-lt"/>
              <a:buAutoNum type="arabicPeriod"/>
              <a:defRPr b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de-DE" dirty="0"/>
          </a:p>
        </p:txBody>
      </p:sp>
      <p:sp>
        <p:nvSpPr>
          <p:cNvPr id="10" name="Titel 58"/>
          <p:cNvSpPr>
            <a:spLocks noGrp="1"/>
          </p:cNvSpPr>
          <p:nvPr>
            <p:ph type="title"/>
          </p:nvPr>
        </p:nvSpPr>
        <p:spPr>
          <a:xfrm>
            <a:off x="213596" y="1484784"/>
            <a:ext cx="7474172" cy="1440160"/>
          </a:xfrm>
        </p:spPr>
        <p:txBody>
          <a:bodyPr lIns="0" rIns="0"/>
          <a:lstStyle>
            <a:lvl1pPr>
              <a:defRPr sz="3600" b="0">
                <a:solidFill>
                  <a:srgbClr val="C50D20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de-DE" dirty="0"/>
          </a:p>
        </p:txBody>
      </p:sp>
      <p:sp>
        <p:nvSpPr>
          <p:cNvPr id="2" name="Fußzeilenplatzhalter 1028">
            <a:extLst>
              <a:ext uri="{FF2B5EF4-FFF2-40B4-BE49-F238E27FC236}">
                <a16:creationId xmlns:a16="http://schemas.microsoft.com/office/drawing/2014/main" id="{D0D6423F-79C6-D4FF-B391-6211A370809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4151" y="6373842"/>
            <a:ext cx="4007171" cy="230400"/>
          </a:xfrm>
          <a:prstGeom prst="rect">
            <a:avLst/>
          </a:prstGeom>
        </p:spPr>
        <p:txBody>
          <a:bodyPr vert="horz" wrap="none" lIns="0" tIns="0" rIns="0" bIns="0" rtlCol="0" anchor="ctr" anchorCtr="0">
            <a:noAutofit/>
          </a:bodyPr>
          <a:lstStyle>
            <a:lvl1pPr algn="l">
              <a:defRPr sz="1200" b="0">
                <a:solidFill>
                  <a:schemeClr val="bg1"/>
                </a:solidFill>
              </a:defRPr>
            </a:lvl1pPr>
          </a:lstStyle>
          <a:p>
            <a:r>
              <a:rPr lang="en-US"/>
              <a:t>Telecommunication Networks </a:t>
            </a:r>
            <a:endParaRPr lang="de-DE" dirty="0"/>
          </a:p>
        </p:txBody>
      </p:sp>
      <p:sp>
        <p:nvSpPr>
          <p:cNvPr id="5" name="Foliennummernplatzhalter 2">
            <a:extLst>
              <a:ext uri="{FF2B5EF4-FFF2-40B4-BE49-F238E27FC236}">
                <a16:creationId xmlns:a16="http://schemas.microsoft.com/office/drawing/2014/main" id="{265555E6-18F6-2689-89F0-8EDF633ECAD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43662" y="6373842"/>
            <a:ext cx="288061" cy="2304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200" b="0">
                <a:solidFill>
                  <a:schemeClr val="bg1"/>
                </a:solidFill>
              </a:defRPr>
            </a:lvl1pPr>
          </a:lstStyle>
          <a:p>
            <a:fld id="{815DB69B-0A2B-4D0B-A3BD-360AAA24381D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576535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platzhalter 5"/>
          <p:cNvSpPr>
            <a:spLocks noGrp="1"/>
          </p:cNvSpPr>
          <p:nvPr>
            <p:ph type="body" sz="quarter" idx="12"/>
          </p:nvPr>
        </p:nvSpPr>
        <p:spPr>
          <a:xfrm>
            <a:off x="343662" y="1268413"/>
            <a:ext cx="6315406" cy="467494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>
                <a:solidFill>
                  <a:srgbClr val="C50D2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43662" y="6036150"/>
            <a:ext cx="6315406" cy="230400"/>
          </a:xfrm>
        </p:spPr>
        <p:txBody>
          <a:bodyPr anchor="b"/>
          <a:lstStyle>
            <a:lvl1pPr marL="0" indent="0">
              <a:buNone/>
              <a:tabLst>
                <a:tab pos="265113" algn="l"/>
              </a:tabLst>
              <a:defRPr sz="8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" name="Fußzeilenplatzhalter 1028">
            <a:extLst>
              <a:ext uri="{FF2B5EF4-FFF2-40B4-BE49-F238E27FC236}">
                <a16:creationId xmlns:a16="http://schemas.microsoft.com/office/drawing/2014/main" id="{CB92E6DA-9C1F-7191-58D8-E153A874928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4151" y="6373842"/>
            <a:ext cx="4007171" cy="230400"/>
          </a:xfrm>
          <a:prstGeom prst="rect">
            <a:avLst/>
          </a:prstGeom>
        </p:spPr>
        <p:txBody>
          <a:bodyPr vert="horz" wrap="none" lIns="0" tIns="0" rIns="0" bIns="0" rtlCol="0" anchor="ctr" anchorCtr="0">
            <a:noAutofit/>
          </a:bodyPr>
          <a:lstStyle>
            <a:lvl1pPr algn="l">
              <a:defRPr sz="1200" b="0">
                <a:solidFill>
                  <a:schemeClr val="bg1"/>
                </a:solidFill>
              </a:defRPr>
            </a:lvl1pPr>
          </a:lstStyle>
          <a:p>
            <a:r>
              <a:rPr lang="en-US"/>
              <a:t>Telecommunication Networks </a:t>
            </a:r>
            <a:endParaRPr lang="de-DE" dirty="0"/>
          </a:p>
        </p:txBody>
      </p:sp>
      <p:sp>
        <p:nvSpPr>
          <p:cNvPr id="7" name="Foliennummernplatzhalter 2">
            <a:extLst>
              <a:ext uri="{FF2B5EF4-FFF2-40B4-BE49-F238E27FC236}">
                <a16:creationId xmlns:a16="http://schemas.microsoft.com/office/drawing/2014/main" id="{4D173078-C179-33EB-BFB6-3550712DE1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43662" y="6373842"/>
            <a:ext cx="288061" cy="2304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200" b="0">
                <a:solidFill>
                  <a:schemeClr val="bg1"/>
                </a:solidFill>
              </a:defRPr>
            </a:lvl1pPr>
          </a:lstStyle>
          <a:p>
            <a:fld id="{815DB69B-0A2B-4D0B-A3BD-360AAA24381D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9508159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>
                <a:solidFill>
                  <a:srgbClr val="C50D20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de-DE" dirty="0"/>
          </a:p>
        </p:txBody>
      </p:sp>
      <p:sp>
        <p:nvSpPr>
          <p:cNvPr id="5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43662" y="6043398"/>
            <a:ext cx="6338870" cy="230400"/>
          </a:xfrm>
        </p:spPr>
        <p:txBody>
          <a:bodyPr anchor="b"/>
          <a:lstStyle>
            <a:lvl1pPr marL="0" indent="0">
              <a:buNone/>
              <a:tabLst>
                <a:tab pos="265113" algn="l"/>
              </a:tabLst>
              <a:defRPr sz="8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Fußzeilenplatzhalter 1028">
            <a:extLst>
              <a:ext uri="{FF2B5EF4-FFF2-40B4-BE49-F238E27FC236}">
                <a16:creationId xmlns:a16="http://schemas.microsoft.com/office/drawing/2014/main" id="{81CF8230-2661-7A51-CD47-E324E5943B0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4151" y="6373842"/>
            <a:ext cx="4007171" cy="230400"/>
          </a:xfrm>
          <a:prstGeom prst="rect">
            <a:avLst/>
          </a:prstGeom>
        </p:spPr>
        <p:txBody>
          <a:bodyPr vert="horz" wrap="none" lIns="0" tIns="0" rIns="0" bIns="0" rtlCol="0" anchor="ctr" anchorCtr="0">
            <a:noAutofit/>
          </a:bodyPr>
          <a:lstStyle>
            <a:lvl1pPr algn="l">
              <a:defRPr sz="1200" b="0">
                <a:solidFill>
                  <a:schemeClr val="bg1"/>
                </a:solidFill>
              </a:defRPr>
            </a:lvl1pPr>
          </a:lstStyle>
          <a:p>
            <a:r>
              <a:rPr lang="en-US"/>
              <a:t>Telecommunication Networks </a:t>
            </a:r>
            <a:endParaRPr lang="de-DE" dirty="0"/>
          </a:p>
        </p:txBody>
      </p:sp>
      <p:sp>
        <p:nvSpPr>
          <p:cNvPr id="7" name="Foliennummernplatzhalter 2">
            <a:extLst>
              <a:ext uri="{FF2B5EF4-FFF2-40B4-BE49-F238E27FC236}">
                <a16:creationId xmlns:a16="http://schemas.microsoft.com/office/drawing/2014/main" id="{DDEB5E25-BF8B-C144-AF30-FFB04164DB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43662" y="6373842"/>
            <a:ext cx="288061" cy="2304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200" b="0">
                <a:solidFill>
                  <a:schemeClr val="bg1"/>
                </a:solidFill>
              </a:defRPr>
            </a:lvl1pPr>
          </a:lstStyle>
          <a:p>
            <a:fld id="{815DB69B-0A2B-4D0B-A3BD-360AAA24381D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9966110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2-spalt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6" name="Textplatzhalter 5"/>
          <p:cNvSpPr>
            <a:spLocks noGrp="1"/>
          </p:cNvSpPr>
          <p:nvPr>
            <p:ph type="body" sz="quarter" idx="12"/>
          </p:nvPr>
        </p:nvSpPr>
        <p:spPr>
          <a:xfrm>
            <a:off x="3680286" y="1258100"/>
            <a:ext cx="2978783" cy="4671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8" name="Textplatzhalter 7"/>
          <p:cNvSpPr>
            <a:spLocks noGrp="1"/>
          </p:cNvSpPr>
          <p:nvPr>
            <p:ph type="body" sz="quarter" idx="13"/>
          </p:nvPr>
        </p:nvSpPr>
        <p:spPr>
          <a:xfrm>
            <a:off x="343663" y="1258100"/>
            <a:ext cx="2981607" cy="4671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7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343662" y="6047218"/>
            <a:ext cx="6315406" cy="230400"/>
          </a:xfrm>
        </p:spPr>
        <p:txBody>
          <a:bodyPr anchor="b"/>
          <a:lstStyle>
            <a:lvl1pPr marL="0" indent="0">
              <a:buNone/>
              <a:tabLst>
                <a:tab pos="265113" algn="l"/>
              </a:tabLst>
              <a:defRPr sz="8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Fußzeilenplatzhalter 1028">
            <a:extLst>
              <a:ext uri="{FF2B5EF4-FFF2-40B4-BE49-F238E27FC236}">
                <a16:creationId xmlns:a16="http://schemas.microsoft.com/office/drawing/2014/main" id="{5A4BAC91-0879-E482-551E-CD8F06B9894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4151" y="6373842"/>
            <a:ext cx="4007171" cy="230400"/>
          </a:xfrm>
          <a:prstGeom prst="rect">
            <a:avLst/>
          </a:prstGeom>
        </p:spPr>
        <p:txBody>
          <a:bodyPr vert="horz" wrap="none" lIns="0" tIns="0" rIns="0" bIns="0" rtlCol="0" anchor="ctr" anchorCtr="0">
            <a:noAutofit/>
          </a:bodyPr>
          <a:lstStyle>
            <a:lvl1pPr algn="l">
              <a:defRPr sz="1200" b="0">
                <a:solidFill>
                  <a:schemeClr val="bg1"/>
                </a:solidFill>
              </a:defRPr>
            </a:lvl1pPr>
          </a:lstStyle>
          <a:p>
            <a:r>
              <a:rPr lang="en-US"/>
              <a:t>Telecommunication Networks </a:t>
            </a:r>
            <a:endParaRPr lang="de-DE" dirty="0"/>
          </a:p>
        </p:txBody>
      </p:sp>
      <p:sp>
        <p:nvSpPr>
          <p:cNvPr id="11" name="Foliennummernplatzhalter 2">
            <a:extLst>
              <a:ext uri="{FF2B5EF4-FFF2-40B4-BE49-F238E27FC236}">
                <a16:creationId xmlns:a16="http://schemas.microsoft.com/office/drawing/2014/main" id="{0FD224DB-6EE8-2C65-56C0-FB3A8F7F16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43662" y="6373842"/>
            <a:ext cx="288061" cy="2304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200" b="0">
                <a:solidFill>
                  <a:schemeClr val="bg1"/>
                </a:solidFill>
              </a:defRPr>
            </a:lvl1pPr>
          </a:lstStyle>
          <a:p>
            <a:fld id="{815DB69B-0A2B-4D0B-A3BD-360AAA24381D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4723454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mit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6" name="Bildplatzhalter 5"/>
          <p:cNvSpPr>
            <a:spLocks noGrp="1"/>
          </p:cNvSpPr>
          <p:nvPr>
            <p:ph type="pic" sz="quarter" idx="12"/>
          </p:nvPr>
        </p:nvSpPr>
        <p:spPr>
          <a:xfrm>
            <a:off x="211622" y="1268419"/>
            <a:ext cx="2309083" cy="5113337"/>
          </a:xfrm>
        </p:spPr>
        <p:txBody>
          <a:bodyPr/>
          <a:lstStyle/>
          <a:p>
            <a:r>
              <a:rPr lang="en-US"/>
              <a:t>Drag picture to placeholder or click icon to add</a:t>
            </a:r>
            <a:endParaRPr lang="de-DE"/>
          </a:p>
        </p:txBody>
      </p:sp>
      <p:sp>
        <p:nvSpPr>
          <p:cNvPr id="9" name="Textplatzhalter 8"/>
          <p:cNvSpPr>
            <a:spLocks noGrp="1"/>
          </p:cNvSpPr>
          <p:nvPr>
            <p:ph type="body" sz="quarter" idx="13"/>
          </p:nvPr>
        </p:nvSpPr>
        <p:spPr>
          <a:xfrm>
            <a:off x="2808824" y="1268419"/>
            <a:ext cx="4894177" cy="51133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7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218309" y="6165850"/>
            <a:ext cx="7483421" cy="215900"/>
          </a:xfrm>
        </p:spPr>
        <p:txBody>
          <a:bodyPr anchor="b"/>
          <a:lstStyle>
            <a:lvl1pPr marL="0" indent="0">
              <a:buNone/>
              <a:tabLst>
                <a:tab pos="265113" algn="l"/>
              </a:tabLst>
              <a:defRPr sz="8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Fußzeilenplatzhalter 1028">
            <a:extLst>
              <a:ext uri="{FF2B5EF4-FFF2-40B4-BE49-F238E27FC236}">
                <a16:creationId xmlns:a16="http://schemas.microsoft.com/office/drawing/2014/main" id="{C47EA52E-8FAE-5EB4-F7A6-E957999F68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4151" y="6373842"/>
            <a:ext cx="4007171" cy="230400"/>
          </a:xfrm>
          <a:prstGeom prst="rect">
            <a:avLst/>
          </a:prstGeom>
        </p:spPr>
        <p:txBody>
          <a:bodyPr vert="horz" wrap="none" lIns="0" tIns="0" rIns="0" bIns="0" rtlCol="0" anchor="ctr" anchorCtr="0">
            <a:noAutofit/>
          </a:bodyPr>
          <a:lstStyle>
            <a:lvl1pPr algn="l">
              <a:defRPr sz="1200" b="0">
                <a:solidFill>
                  <a:schemeClr val="bg1"/>
                </a:solidFill>
              </a:defRPr>
            </a:lvl1pPr>
          </a:lstStyle>
          <a:p>
            <a:r>
              <a:rPr lang="en-US"/>
              <a:t>Telecommunication Networks </a:t>
            </a:r>
            <a:endParaRPr lang="de-DE" dirty="0"/>
          </a:p>
        </p:txBody>
      </p:sp>
      <p:sp>
        <p:nvSpPr>
          <p:cNvPr id="8" name="Foliennummernplatzhalter 2">
            <a:extLst>
              <a:ext uri="{FF2B5EF4-FFF2-40B4-BE49-F238E27FC236}">
                <a16:creationId xmlns:a16="http://schemas.microsoft.com/office/drawing/2014/main" id="{798F2A4E-EFFD-E764-794D-5DD81CE6B0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43662" y="6373842"/>
            <a:ext cx="288061" cy="2304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200" b="0">
                <a:solidFill>
                  <a:schemeClr val="bg1"/>
                </a:solidFill>
              </a:defRPr>
            </a:lvl1pPr>
          </a:lstStyle>
          <a:p>
            <a:fld id="{815DB69B-0A2B-4D0B-A3BD-360AAA24381D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2563137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halt mit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6" name="Bildplatzhalter 5"/>
          <p:cNvSpPr>
            <a:spLocks noGrp="1"/>
          </p:cNvSpPr>
          <p:nvPr>
            <p:ph type="pic" sz="quarter" idx="12"/>
          </p:nvPr>
        </p:nvSpPr>
        <p:spPr>
          <a:xfrm>
            <a:off x="5399315" y="1268765"/>
            <a:ext cx="2309083" cy="5113337"/>
          </a:xfrm>
        </p:spPr>
        <p:txBody>
          <a:bodyPr/>
          <a:lstStyle/>
          <a:p>
            <a:r>
              <a:rPr lang="en-US"/>
              <a:t>Drag picture to placeholder or click icon to add</a:t>
            </a:r>
            <a:endParaRPr lang="de-DE"/>
          </a:p>
        </p:txBody>
      </p:sp>
      <p:sp>
        <p:nvSpPr>
          <p:cNvPr id="9" name="Textplatzhalter 8"/>
          <p:cNvSpPr>
            <a:spLocks noGrp="1"/>
          </p:cNvSpPr>
          <p:nvPr>
            <p:ph type="body" sz="quarter" idx="13"/>
          </p:nvPr>
        </p:nvSpPr>
        <p:spPr>
          <a:xfrm>
            <a:off x="217855" y="1268765"/>
            <a:ext cx="4894177" cy="51133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7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218309" y="6165850"/>
            <a:ext cx="7483421" cy="215900"/>
          </a:xfrm>
        </p:spPr>
        <p:txBody>
          <a:bodyPr anchor="b"/>
          <a:lstStyle>
            <a:lvl1pPr marL="0" indent="0">
              <a:buNone/>
              <a:tabLst>
                <a:tab pos="265113" algn="l"/>
              </a:tabLst>
              <a:defRPr sz="8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Fußzeilenplatzhalter 1028">
            <a:extLst>
              <a:ext uri="{FF2B5EF4-FFF2-40B4-BE49-F238E27FC236}">
                <a16:creationId xmlns:a16="http://schemas.microsoft.com/office/drawing/2014/main" id="{684C4A9E-A03B-22EF-DEC0-1DDC5FAB05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4151" y="6373842"/>
            <a:ext cx="4007171" cy="230400"/>
          </a:xfrm>
          <a:prstGeom prst="rect">
            <a:avLst/>
          </a:prstGeom>
        </p:spPr>
        <p:txBody>
          <a:bodyPr vert="horz" wrap="none" lIns="0" tIns="0" rIns="0" bIns="0" rtlCol="0" anchor="ctr" anchorCtr="0">
            <a:noAutofit/>
          </a:bodyPr>
          <a:lstStyle>
            <a:lvl1pPr algn="l">
              <a:defRPr sz="1200" b="0">
                <a:solidFill>
                  <a:schemeClr val="bg1"/>
                </a:solidFill>
              </a:defRPr>
            </a:lvl1pPr>
          </a:lstStyle>
          <a:p>
            <a:r>
              <a:rPr lang="en-US"/>
              <a:t>Telecommunication Networks </a:t>
            </a:r>
            <a:endParaRPr lang="de-DE" dirty="0"/>
          </a:p>
        </p:txBody>
      </p:sp>
      <p:sp>
        <p:nvSpPr>
          <p:cNvPr id="8" name="Foliennummernplatzhalter 2">
            <a:extLst>
              <a:ext uri="{FF2B5EF4-FFF2-40B4-BE49-F238E27FC236}">
                <a16:creationId xmlns:a16="http://schemas.microsoft.com/office/drawing/2014/main" id="{E98E1DE2-09F2-64B3-9C92-C23473EF6D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43662" y="6373842"/>
            <a:ext cx="288061" cy="2304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200" b="0">
                <a:solidFill>
                  <a:schemeClr val="bg1"/>
                </a:solidFill>
              </a:defRPr>
            </a:lvl1pPr>
          </a:lstStyle>
          <a:p>
            <a:fld id="{815DB69B-0A2B-4D0B-A3BD-360AAA24381D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526393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94003" y="1122363"/>
            <a:ext cx="6732032" cy="2387600"/>
          </a:xfrm>
        </p:spPr>
        <p:txBody>
          <a:bodyPr anchor="b"/>
          <a:lstStyle>
            <a:lvl1pPr algn="ctr">
              <a:defRPr sz="5197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90005" y="3602038"/>
            <a:ext cx="5940029" cy="1655762"/>
          </a:xfrm>
        </p:spPr>
        <p:txBody>
          <a:bodyPr/>
          <a:lstStyle>
            <a:lvl1pPr marL="0" indent="0" algn="ctr">
              <a:buNone/>
              <a:defRPr sz="2079"/>
            </a:lvl1pPr>
            <a:lvl2pPr marL="395981" indent="0" algn="ctr">
              <a:buNone/>
              <a:defRPr sz="1732"/>
            </a:lvl2pPr>
            <a:lvl3pPr marL="791962" indent="0" algn="ctr">
              <a:buNone/>
              <a:defRPr sz="1559"/>
            </a:lvl3pPr>
            <a:lvl4pPr marL="1187943" indent="0" algn="ctr">
              <a:buNone/>
              <a:defRPr sz="1386"/>
            </a:lvl4pPr>
            <a:lvl5pPr marL="1583924" indent="0" algn="ctr">
              <a:buNone/>
              <a:defRPr sz="1386"/>
            </a:lvl5pPr>
            <a:lvl6pPr marL="1979905" indent="0" algn="ctr">
              <a:buNone/>
              <a:defRPr sz="1386"/>
            </a:lvl6pPr>
            <a:lvl7pPr marL="2375886" indent="0" algn="ctr">
              <a:buNone/>
              <a:defRPr sz="1386"/>
            </a:lvl7pPr>
            <a:lvl8pPr marL="2771866" indent="0" algn="ctr">
              <a:buNone/>
              <a:defRPr sz="1386"/>
            </a:lvl8pPr>
            <a:lvl9pPr marL="3167847" indent="0" algn="ctr">
              <a:buNone/>
              <a:defRPr sz="1386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Telecommunication Networks </a:t>
            </a:r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5264C1-93CD-4F5F-B6EE-5235E982ADB5}" type="slidenum">
              <a:rPr lang="LID4096" smtClean="0"/>
              <a:t>‹Nr.›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980860925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Telecommunication Networks </a:t>
            </a:r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5264C1-93CD-4F5F-B6EE-5235E982ADB5}" type="slidenum">
              <a:rPr lang="LID4096" smtClean="0"/>
              <a:t>‹Nr.›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368368860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0378" y="1709740"/>
            <a:ext cx="6831033" cy="2852737"/>
          </a:xfrm>
        </p:spPr>
        <p:txBody>
          <a:bodyPr anchor="b"/>
          <a:lstStyle>
            <a:lvl1pPr>
              <a:defRPr sz="5197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0378" y="4589465"/>
            <a:ext cx="6831033" cy="1500187"/>
          </a:xfrm>
        </p:spPr>
        <p:txBody>
          <a:bodyPr/>
          <a:lstStyle>
            <a:lvl1pPr marL="0" indent="0">
              <a:buNone/>
              <a:defRPr sz="2079">
                <a:solidFill>
                  <a:schemeClr val="tx1">
                    <a:tint val="82000"/>
                  </a:schemeClr>
                </a:solidFill>
              </a:defRPr>
            </a:lvl1pPr>
            <a:lvl2pPr marL="395981" indent="0">
              <a:buNone/>
              <a:defRPr sz="1732">
                <a:solidFill>
                  <a:schemeClr val="tx1">
                    <a:tint val="82000"/>
                  </a:schemeClr>
                </a:solidFill>
              </a:defRPr>
            </a:lvl2pPr>
            <a:lvl3pPr marL="791962" indent="0">
              <a:buNone/>
              <a:defRPr sz="1559">
                <a:solidFill>
                  <a:schemeClr val="tx1">
                    <a:tint val="82000"/>
                  </a:schemeClr>
                </a:solidFill>
              </a:defRPr>
            </a:lvl3pPr>
            <a:lvl4pPr marL="1187943" indent="0">
              <a:buNone/>
              <a:defRPr sz="1386">
                <a:solidFill>
                  <a:schemeClr val="tx1">
                    <a:tint val="82000"/>
                  </a:schemeClr>
                </a:solidFill>
              </a:defRPr>
            </a:lvl4pPr>
            <a:lvl5pPr marL="1583924" indent="0">
              <a:buNone/>
              <a:defRPr sz="1386">
                <a:solidFill>
                  <a:schemeClr val="tx1">
                    <a:tint val="82000"/>
                  </a:schemeClr>
                </a:solidFill>
              </a:defRPr>
            </a:lvl5pPr>
            <a:lvl6pPr marL="1979905" indent="0">
              <a:buNone/>
              <a:defRPr sz="1386">
                <a:solidFill>
                  <a:schemeClr val="tx1">
                    <a:tint val="82000"/>
                  </a:schemeClr>
                </a:solidFill>
              </a:defRPr>
            </a:lvl6pPr>
            <a:lvl7pPr marL="2375886" indent="0">
              <a:buNone/>
              <a:defRPr sz="1386">
                <a:solidFill>
                  <a:schemeClr val="tx1">
                    <a:tint val="82000"/>
                  </a:schemeClr>
                </a:solidFill>
              </a:defRPr>
            </a:lvl7pPr>
            <a:lvl8pPr marL="2771866" indent="0">
              <a:buNone/>
              <a:defRPr sz="1386">
                <a:solidFill>
                  <a:schemeClr val="tx1">
                    <a:tint val="82000"/>
                  </a:schemeClr>
                </a:solidFill>
              </a:defRPr>
            </a:lvl8pPr>
            <a:lvl9pPr marL="3167847" indent="0">
              <a:buNone/>
              <a:defRPr sz="1386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Telecommunication Networks </a:t>
            </a:r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5264C1-93CD-4F5F-B6EE-5235E982ADB5}" type="slidenum">
              <a:rPr lang="LID4096" smtClean="0"/>
              <a:t>‹Nr.›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416048253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4503" y="1825625"/>
            <a:ext cx="3366016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09519" y="1825625"/>
            <a:ext cx="3366016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Telecommunication Networks </a:t>
            </a:r>
            <a:endParaRPr lang="LID4096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5264C1-93CD-4F5F-B6EE-5235E982ADB5}" type="slidenum">
              <a:rPr lang="LID4096" smtClean="0"/>
              <a:t>‹Nr.›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38361698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5534" y="365127"/>
            <a:ext cx="6831033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5535" y="1681163"/>
            <a:ext cx="3350547" cy="823912"/>
          </a:xfrm>
        </p:spPr>
        <p:txBody>
          <a:bodyPr anchor="b"/>
          <a:lstStyle>
            <a:lvl1pPr marL="0" indent="0">
              <a:buNone/>
              <a:defRPr sz="2079" b="1"/>
            </a:lvl1pPr>
            <a:lvl2pPr marL="395981" indent="0">
              <a:buNone/>
              <a:defRPr sz="1732" b="1"/>
            </a:lvl2pPr>
            <a:lvl3pPr marL="791962" indent="0">
              <a:buNone/>
              <a:defRPr sz="1559" b="1"/>
            </a:lvl3pPr>
            <a:lvl4pPr marL="1187943" indent="0">
              <a:buNone/>
              <a:defRPr sz="1386" b="1"/>
            </a:lvl4pPr>
            <a:lvl5pPr marL="1583924" indent="0">
              <a:buNone/>
              <a:defRPr sz="1386" b="1"/>
            </a:lvl5pPr>
            <a:lvl6pPr marL="1979905" indent="0">
              <a:buNone/>
              <a:defRPr sz="1386" b="1"/>
            </a:lvl6pPr>
            <a:lvl7pPr marL="2375886" indent="0">
              <a:buNone/>
              <a:defRPr sz="1386" b="1"/>
            </a:lvl7pPr>
            <a:lvl8pPr marL="2771866" indent="0">
              <a:buNone/>
              <a:defRPr sz="1386" b="1"/>
            </a:lvl8pPr>
            <a:lvl9pPr marL="3167847" indent="0">
              <a:buNone/>
              <a:defRPr sz="1386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5535" y="2505075"/>
            <a:ext cx="335054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009520" y="1681163"/>
            <a:ext cx="3367048" cy="823912"/>
          </a:xfrm>
        </p:spPr>
        <p:txBody>
          <a:bodyPr anchor="b"/>
          <a:lstStyle>
            <a:lvl1pPr marL="0" indent="0">
              <a:buNone/>
              <a:defRPr sz="2079" b="1"/>
            </a:lvl1pPr>
            <a:lvl2pPr marL="395981" indent="0">
              <a:buNone/>
              <a:defRPr sz="1732" b="1"/>
            </a:lvl2pPr>
            <a:lvl3pPr marL="791962" indent="0">
              <a:buNone/>
              <a:defRPr sz="1559" b="1"/>
            </a:lvl3pPr>
            <a:lvl4pPr marL="1187943" indent="0">
              <a:buNone/>
              <a:defRPr sz="1386" b="1"/>
            </a:lvl4pPr>
            <a:lvl5pPr marL="1583924" indent="0">
              <a:buNone/>
              <a:defRPr sz="1386" b="1"/>
            </a:lvl5pPr>
            <a:lvl6pPr marL="1979905" indent="0">
              <a:buNone/>
              <a:defRPr sz="1386" b="1"/>
            </a:lvl6pPr>
            <a:lvl7pPr marL="2375886" indent="0">
              <a:buNone/>
              <a:defRPr sz="1386" b="1"/>
            </a:lvl7pPr>
            <a:lvl8pPr marL="2771866" indent="0">
              <a:buNone/>
              <a:defRPr sz="1386" b="1"/>
            </a:lvl8pPr>
            <a:lvl9pPr marL="3167847" indent="0">
              <a:buNone/>
              <a:defRPr sz="1386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009520" y="2505075"/>
            <a:ext cx="336704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Telecommunication Networks </a:t>
            </a:r>
            <a:endParaRPr lang="LID4096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5264C1-93CD-4F5F-B6EE-5235E982ADB5}" type="slidenum">
              <a:rPr lang="LID4096" smtClean="0"/>
              <a:t>‹Nr.›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059430605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Telecommunication Networks </a:t>
            </a:r>
            <a:endParaRPr lang="LID4096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5264C1-93CD-4F5F-B6EE-5235E982ADB5}" type="slidenum">
              <a:rPr lang="LID4096" smtClean="0"/>
              <a:t>‹Nr.›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325058317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Telecommunication Networks </a:t>
            </a:r>
            <a:endParaRPr lang="LID4096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5264C1-93CD-4F5F-B6EE-5235E982ADB5}" type="slidenum">
              <a:rPr lang="LID4096" smtClean="0"/>
              <a:t>‹Nr.›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755011260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5534" y="457200"/>
            <a:ext cx="2554418" cy="1600200"/>
          </a:xfrm>
        </p:spPr>
        <p:txBody>
          <a:bodyPr anchor="b"/>
          <a:lstStyle>
            <a:lvl1pPr>
              <a:defRPr sz="2772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67048" y="987427"/>
            <a:ext cx="4009519" cy="4873625"/>
          </a:xfrm>
        </p:spPr>
        <p:txBody>
          <a:bodyPr/>
          <a:lstStyle>
            <a:lvl1pPr>
              <a:defRPr sz="2772"/>
            </a:lvl1pPr>
            <a:lvl2pPr>
              <a:defRPr sz="2425"/>
            </a:lvl2pPr>
            <a:lvl3pPr>
              <a:defRPr sz="2079"/>
            </a:lvl3pPr>
            <a:lvl4pPr>
              <a:defRPr sz="1732"/>
            </a:lvl4pPr>
            <a:lvl5pPr>
              <a:defRPr sz="1732"/>
            </a:lvl5pPr>
            <a:lvl6pPr>
              <a:defRPr sz="1732"/>
            </a:lvl6pPr>
            <a:lvl7pPr>
              <a:defRPr sz="1732"/>
            </a:lvl7pPr>
            <a:lvl8pPr>
              <a:defRPr sz="1732"/>
            </a:lvl8pPr>
            <a:lvl9pPr>
              <a:defRPr sz="1732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45534" y="2057400"/>
            <a:ext cx="2554418" cy="3811588"/>
          </a:xfrm>
        </p:spPr>
        <p:txBody>
          <a:bodyPr/>
          <a:lstStyle>
            <a:lvl1pPr marL="0" indent="0">
              <a:buNone/>
              <a:defRPr sz="1386"/>
            </a:lvl1pPr>
            <a:lvl2pPr marL="395981" indent="0">
              <a:buNone/>
              <a:defRPr sz="1213"/>
            </a:lvl2pPr>
            <a:lvl3pPr marL="791962" indent="0">
              <a:buNone/>
              <a:defRPr sz="1039"/>
            </a:lvl3pPr>
            <a:lvl4pPr marL="1187943" indent="0">
              <a:buNone/>
              <a:defRPr sz="866"/>
            </a:lvl4pPr>
            <a:lvl5pPr marL="1583924" indent="0">
              <a:buNone/>
              <a:defRPr sz="866"/>
            </a:lvl5pPr>
            <a:lvl6pPr marL="1979905" indent="0">
              <a:buNone/>
              <a:defRPr sz="866"/>
            </a:lvl6pPr>
            <a:lvl7pPr marL="2375886" indent="0">
              <a:buNone/>
              <a:defRPr sz="866"/>
            </a:lvl7pPr>
            <a:lvl8pPr marL="2771866" indent="0">
              <a:buNone/>
              <a:defRPr sz="866"/>
            </a:lvl8pPr>
            <a:lvl9pPr marL="3167847" indent="0">
              <a:buNone/>
              <a:defRPr sz="866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Telecommunication Networks </a:t>
            </a:r>
            <a:endParaRPr lang="LID4096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5264C1-93CD-4F5F-B6EE-5235E982ADB5}" type="slidenum">
              <a:rPr lang="LID4096" smtClean="0"/>
              <a:t>‹Nr.›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883246882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5534" y="457200"/>
            <a:ext cx="2554418" cy="1600200"/>
          </a:xfrm>
        </p:spPr>
        <p:txBody>
          <a:bodyPr anchor="b"/>
          <a:lstStyle>
            <a:lvl1pPr>
              <a:defRPr sz="2772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367048" y="987427"/>
            <a:ext cx="4009519" cy="4873625"/>
          </a:xfrm>
        </p:spPr>
        <p:txBody>
          <a:bodyPr anchor="t"/>
          <a:lstStyle>
            <a:lvl1pPr marL="0" indent="0">
              <a:buNone/>
              <a:defRPr sz="2772"/>
            </a:lvl1pPr>
            <a:lvl2pPr marL="395981" indent="0">
              <a:buNone/>
              <a:defRPr sz="2425"/>
            </a:lvl2pPr>
            <a:lvl3pPr marL="791962" indent="0">
              <a:buNone/>
              <a:defRPr sz="2079"/>
            </a:lvl3pPr>
            <a:lvl4pPr marL="1187943" indent="0">
              <a:buNone/>
              <a:defRPr sz="1732"/>
            </a:lvl4pPr>
            <a:lvl5pPr marL="1583924" indent="0">
              <a:buNone/>
              <a:defRPr sz="1732"/>
            </a:lvl5pPr>
            <a:lvl6pPr marL="1979905" indent="0">
              <a:buNone/>
              <a:defRPr sz="1732"/>
            </a:lvl6pPr>
            <a:lvl7pPr marL="2375886" indent="0">
              <a:buNone/>
              <a:defRPr sz="1732"/>
            </a:lvl7pPr>
            <a:lvl8pPr marL="2771866" indent="0">
              <a:buNone/>
              <a:defRPr sz="1732"/>
            </a:lvl8pPr>
            <a:lvl9pPr marL="3167847" indent="0">
              <a:buNone/>
              <a:defRPr sz="1732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45534" y="2057400"/>
            <a:ext cx="2554418" cy="3811588"/>
          </a:xfrm>
        </p:spPr>
        <p:txBody>
          <a:bodyPr/>
          <a:lstStyle>
            <a:lvl1pPr marL="0" indent="0">
              <a:buNone/>
              <a:defRPr sz="1386"/>
            </a:lvl1pPr>
            <a:lvl2pPr marL="395981" indent="0">
              <a:buNone/>
              <a:defRPr sz="1213"/>
            </a:lvl2pPr>
            <a:lvl3pPr marL="791962" indent="0">
              <a:buNone/>
              <a:defRPr sz="1039"/>
            </a:lvl3pPr>
            <a:lvl4pPr marL="1187943" indent="0">
              <a:buNone/>
              <a:defRPr sz="866"/>
            </a:lvl4pPr>
            <a:lvl5pPr marL="1583924" indent="0">
              <a:buNone/>
              <a:defRPr sz="866"/>
            </a:lvl5pPr>
            <a:lvl6pPr marL="1979905" indent="0">
              <a:buNone/>
              <a:defRPr sz="866"/>
            </a:lvl6pPr>
            <a:lvl7pPr marL="2375886" indent="0">
              <a:buNone/>
              <a:defRPr sz="866"/>
            </a:lvl7pPr>
            <a:lvl8pPr marL="2771866" indent="0">
              <a:buNone/>
              <a:defRPr sz="866"/>
            </a:lvl8pPr>
            <a:lvl9pPr marL="3167847" indent="0">
              <a:buNone/>
              <a:defRPr sz="866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Telecommunication Networks </a:t>
            </a:r>
            <a:endParaRPr lang="LID4096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5264C1-93CD-4F5F-B6EE-5235E982ADB5}" type="slidenum">
              <a:rPr lang="LID4096" smtClean="0"/>
              <a:t>‹Nr.›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166288779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Telecommunication Networks </a:t>
            </a:r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5264C1-93CD-4F5F-B6EE-5235E982ADB5}" type="slidenum">
              <a:rPr lang="LID4096" smtClean="0"/>
              <a:t>‹Nr.›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892198838"/>
      </p:ext>
    </p:extLst>
  </p:cSld>
  <p:clrMapOvr>
    <a:masterClrMapping/>
  </p:clrMapOvr>
  <p:hf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667778" y="365125"/>
            <a:ext cx="1707758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44503" y="365125"/>
            <a:ext cx="5024274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Telecommunication Networks </a:t>
            </a:r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5264C1-93CD-4F5F-B6EE-5235E982ADB5}" type="slidenum">
              <a:rPr lang="LID4096" smtClean="0"/>
              <a:t>‹Nr.›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068746060"/>
      </p:ext>
    </p:extLst>
  </p:cSld>
  <p:clrMapOvr>
    <a:masterClrMapping/>
  </p:clrMapOvr>
  <p:hf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platzhalter 5"/>
          <p:cNvSpPr>
            <a:spLocks noGrp="1"/>
          </p:cNvSpPr>
          <p:nvPr>
            <p:ph type="body" sz="quarter" idx="12"/>
          </p:nvPr>
        </p:nvSpPr>
        <p:spPr>
          <a:xfrm>
            <a:off x="343662" y="1268413"/>
            <a:ext cx="6315406" cy="467494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>
                <a:solidFill>
                  <a:srgbClr val="C50D2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43662" y="6036150"/>
            <a:ext cx="6315406" cy="230400"/>
          </a:xfrm>
        </p:spPr>
        <p:txBody>
          <a:bodyPr anchor="b"/>
          <a:lstStyle>
            <a:lvl1pPr marL="0" indent="0">
              <a:buNone/>
              <a:tabLst>
                <a:tab pos="265113" algn="l"/>
              </a:tabLst>
              <a:defRPr sz="8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" name="Fußzeilenplatzhalter 1028">
            <a:extLst>
              <a:ext uri="{FF2B5EF4-FFF2-40B4-BE49-F238E27FC236}">
                <a16:creationId xmlns:a16="http://schemas.microsoft.com/office/drawing/2014/main" id="{CB92E6DA-9C1F-7191-58D8-E153A874928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4151" y="6373842"/>
            <a:ext cx="4007171" cy="230400"/>
          </a:xfrm>
          <a:prstGeom prst="rect">
            <a:avLst/>
          </a:prstGeom>
        </p:spPr>
        <p:txBody>
          <a:bodyPr vert="horz" wrap="none" lIns="0" tIns="0" rIns="0" bIns="0" rtlCol="0" anchor="ctr" anchorCtr="0">
            <a:noAutofit/>
          </a:bodyPr>
          <a:lstStyle>
            <a:lvl1pPr algn="l">
              <a:defRPr sz="1200" b="0">
                <a:solidFill>
                  <a:schemeClr val="bg1"/>
                </a:solidFill>
              </a:defRPr>
            </a:lvl1pPr>
          </a:lstStyle>
          <a:p>
            <a:r>
              <a:rPr lang="en-US"/>
              <a:t>Telecommunication Networks </a:t>
            </a:r>
            <a:endParaRPr lang="de-DE" dirty="0"/>
          </a:p>
        </p:txBody>
      </p:sp>
      <p:sp>
        <p:nvSpPr>
          <p:cNvPr id="7" name="Foliennummernplatzhalter 2">
            <a:extLst>
              <a:ext uri="{FF2B5EF4-FFF2-40B4-BE49-F238E27FC236}">
                <a16:creationId xmlns:a16="http://schemas.microsoft.com/office/drawing/2014/main" id="{4D173078-C179-33EB-BFB6-3550712DE1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43662" y="6373842"/>
            <a:ext cx="288061" cy="2304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200" b="0">
                <a:solidFill>
                  <a:schemeClr val="bg1"/>
                </a:solidFill>
              </a:defRPr>
            </a:lvl1pPr>
          </a:lstStyle>
          <a:p>
            <a:fld id="{815DB69B-0A2B-4D0B-A3BD-360AAA24381D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610482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2.sv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emf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5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0.xml"/><Relationship Id="rId7" Type="http://schemas.openxmlformats.org/officeDocument/2006/relationships/slideLayout" Target="../slideLayouts/slideLayout14.xml"/><Relationship Id="rId12" Type="http://schemas.openxmlformats.org/officeDocument/2006/relationships/slideLayout" Target="../slideLayouts/slideLayout19.xml"/><Relationship Id="rId2" Type="http://schemas.openxmlformats.org/officeDocument/2006/relationships/slideLayout" Target="../slideLayouts/slideLayout9.xml"/><Relationship Id="rId1" Type="http://schemas.openxmlformats.org/officeDocument/2006/relationships/slideLayout" Target="../slideLayouts/slideLayout8.xml"/><Relationship Id="rId6" Type="http://schemas.openxmlformats.org/officeDocument/2006/relationships/slideLayout" Target="../slideLayouts/slideLayout13.xml"/><Relationship Id="rId11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2.xml"/><Relationship Id="rId10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1.xml"/><Relationship Id="rId9" Type="http://schemas.openxmlformats.org/officeDocument/2006/relationships/slideLayout" Target="../slideLayouts/slideLayout1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D4426170-C8FC-AC84-D0DE-74F2C9B67CDA}"/>
              </a:ext>
            </a:extLst>
          </p:cNvPr>
          <p:cNvSpPr/>
          <p:nvPr userDrawn="1"/>
        </p:nvSpPr>
        <p:spPr>
          <a:xfrm>
            <a:off x="1" y="5748126"/>
            <a:ext cx="7922100" cy="1109875"/>
          </a:xfrm>
          <a:custGeom>
            <a:avLst/>
            <a:gdLst>
              <a:gd name="connsiteX0" fmla="*/ 0 w 12192000"/>
              <a:gd name="connsiteY0" fmla="*/ 0 h 687600"/>
              <a:gd name="connsiteX1" fmla="*/ 12192000 w 12192000"/>
              <a:gd name="connsiteY1" fmla="*/ 0 h 687600"/>
              <a:gd name="connsiteX2" fmla="*/ 12192000 w 12192000"/>
              <a:gd name="connsiteY2" fmla="*/ 687600 h 687600"/>
              <a:gd name="connsiteX3" fmla="*/ 0 w 12192000"/>
              <a:gd name="connsiteY3" fmla="*/ 687600 h 687600"/>
              <a:gd name="connsiteX4" fmla="*/ 0 w 12192000"/>
              <a:gd name="connsiteY4" fmla="*/ 0 h 687600"/>
              <a:gd name="connsiteX0" fmla="*/ 0 w 12195175"/>
              <a:gd name="connsiteY0" fmla="*/ 422275 h 1109875"/>
              <a:gd name="connsiteX1" fmla="*/ 12195175 w 12195175"/>
              <a:gd name="connsiteY1" fmla="*/ 0 h 1109875"/>
              <a:gd name="connsiteX2" fmla="*/ 12192000 w 12195175"/>
              <a:gd name="connsiteY2" fmla="*/ 1109875 h 1109875"/>
              <a:gd name="connsiteX3" fmla="*/ 0 w 12195175"/>
              <a:gd name="connsiteY3" fmla="*/ 1109875 h 1109875"/>
              <a:gd name="connsiteX4" fmla="*/ 0 w 12195175"/>
              <a:gd name="connsiteY4" fmla="*/ 422275 h 1109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95175" h="1109875">
                <a:moveTo>
                  <a:pt x="0" y="422275"/>
                </a:moveTo>
                <a:lnTo>
                  <a:pt x="12195175" y="0"/>
                </a:lnTo>
                <a:cubicBezTo>
                  <a:pt x="12194117" y="369958"/>
                  <a:pt x="12193058" y="739917"/>
                  <a:pt x="12192000" y="1109875"/>
                </a:cubicBezTo>
                <a:lnTo>
                  <a:pt x="0" y="1109875"/>
                </a:lnTo>
                <a:lnTo>
                  <a:pt x="0" y="422275"/>
                </a:lnTo>
                <a:close/>
              </a:path>
            </a:pathLst>
          </a:custGeom>
          <a:gradFill>
            <a:gsLst>
              <a:gs pos="0">
                <a:srgbClr val="1F90CC"/>
              </a:gs>
              <a:gs pos="100000">
                <a:srgbClr val="9013FE"/>
              </a:gs>
            </a:gsLst>
            <a:lin ang="189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800" dirty="0"/>
          </a:p>
        </p:txBody>
      </p:sp>
      <p:sp>
        <p:nvSpPr>
          <p:cNvPr id="14" name="Rechteck 1">
            <a:extLst>
              <a:ext uri="{FF2B5EF4-FFF2-40B4-BE49-F238E27FC236}">
                <a16:creationId xmlns:a16="http://schemas.microsoft.com/office/drawing/2014/main" id="{A26CD0C8-4DAA-2799-7826-EF76E9AD1DD0}"/>
              </a:ext>
            </a:extLst>
          </p:cNvPr>
          <p:cNvSpPr/>
          <p:nvPr userDrawn="1"/>
        </p:nvSpPr>
        <p:spPr>
          <a:xfrm>
            <a:off x="1" y="5748126"/>
            <a:ext cx="7922100" cy="1109875"/>
          </a:xfrm>
          <a:custGeom>
            <a:avLst/>
            <a:gdLst>
              <a:gd name="connsiteX0" fmla="*/ 0 w 12192000"/>
              <a:gd name="connsiteY0" fmla="*/ 0 h 687600"/>
              <a:gd name="connsiteX1" fmla="*/ 12192000 w 12192000"/>
              <a:gd name="connsiteY1" fmla="*/ 0 h 687600"/>
              <a:gd name="connsiteX2" fmla="*/ 12192000 w 12192000"/>
              <a:gd name="connsiteY2" fmla="*/ 687600 h 687600"/>
              <a:gd name="connsiteX3" fmla="*/ 0 w 12192000"/>
              <a:gd name="connsiteY3" fmla="*/ 687600 h 687600"/>
              <a:gd name="connsiteX4" fmla="*/ 0 w 12192000"/>
              <a:gd name="connsiteY4" fmla="*/ 0 h 687600"/>
              <a:gd name="connsiteX0" fmla="*/ 0 w 12195175"/>
              <a:gd name="connsiteY0" fmla="*/ 422275 h 1109875"/>
              <a:gd name="connsiteX1" fmla="*/ 12195175 w 12195175"/>
              <a:gd name="connsiteY1" fmla="*/ 0 h 1109875"/>
              <a:gd name="connsiteX2" fmla="*/ 12192000 w 12195175"/>
              <a:gd name="connsiteY2" fmla="*/ 1109875 h 1109875"/>
              <a:gd name="connsiteX3" fmla="*/ 0 w 12195175"/>
              <a:gd name="connsiteY3" fmla="*/ 1109875 h 1109875"/>
              <a:gd name="connsiteX4" fmla="*/ 0 w 12195175"/>
              <a:gd name="connsiteY4" fmla="*/ 422275 h 1109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95175" h="1109875">
                <a:moveTo>
                  <a:pt x="0" y="422275"/>
                </a:moveTo>
                <a:lnTo>
                  <a:pt x="12195175" y="0"/>
                </a:lnTo>
                <a:cubicBezTo>
                  <a:pt x="12194117" y="369958"/>
                  <a:pt x="12193058" y="739917"/>
                  <a:pt x="12192000" y="1109875"/>
                </a:cubicBezTo>
                <a:lnTo>
                  <a:pt x="0" y="1109875"/>
                </a:lnTo>
                <a:lnTo>
                  <a:pt x="0" y="422275"/>
                </a:lnTo>
                <a:close/>
              </a:path>
            </a:pathLst>
          </a:custGeom>
          <a:gradFill>
            <a:gsLst>
              <a:gs pos="0">
                <a:srgbClr val="FF6C00"/>
              </a:gs>
              <a:gs pos="100000">
                <a:srgbClr val="C40D1E"/>
              </a:gs>
            </a:gsLst>
            <a:lin ang="189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800" dirty="0"/>
          </a:p>
        </p:txBody>
      </p:sp>
      <p:sp>
        <p:nvSpPr>
          <p:cNvPr id="10" name="Titelplatzhalter 9"/>
          <p:cNvSpPr>
            <a:spLocks noGrp="1"/>
          </p:cNvSpPr>
          <p:nvPr>
            <p:ph type="title"/>
          </p:nvPr>
        </p:nvSpPr>
        <p:spPr>
          <a:xfrm>
            <a:off x="343663" y="378000"/>
            <a:ext cx="5416928" cy="735982"/>
          </a:xfrm>
          <a:prstGeom prst="rect">
            <a:avLst/>
          </a:prstGeom>
        </p:spPr>
        <p:txBody>
          <a:bodyPr lIns="0" tIns="0" rIns="0" bIns="0" anchor="b" anchorCtr="0"/>
          <a:lstStyle/>
          <a:p>
            <a:pPr marL="0" lvl="0" indent="0" defTabSz="914400" latinLnBrk="0">
              <a:lnSpc>
                <a:spcPts val="28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de-DE" dirty="0"/>
              <a:t>Titelmasterformat durch Klicken bearbeiten</a:t>
            </a:r>
          </a:p>
        </p:txBody>
      </p:sp>
      <p:sp>
        <p:nvSpPr>
          <p:cNvPr id="5" name="Textplatzhalter 4"/>
          <p:cNvSpPr>
            <a:spLocks noGrp="1"/>
          </p:cNvSpPr>
          <p:nvPr>
            <p:ph type="body" idx="1"/>
          </p:nvPr>
        </p:nvSpPr>
        <p:spPr>
          <a:xfrm>
            <a:off x="343662" y="1268416"/>
            <a:ext cx="6315406" cy="4650028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/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51" name="Fußzeilenplatzhalter 1028"/>
          <p:cNvSpPr>
            <a:spLocks noGrp="1"/>
          </p:cNvSpPr>
          <p:nvPr>
            <p:ph type="ftr" sz="quarter" idx="3"/>
          </p:nvPr>
        </p:nvSpPr>
        <p:spPr>
          <a:xfrm>
            <a:off x="574151" y="6373842"/>
            <a:ext cx="4007171" cy="230400"/>
          </a:xfrm>
          <a:prstGeom prst="rect">
            <a:avLst/>
          </a:prstGeom>
        </p:spPr>
        <p:txBody>
          <a:bodyPr vert="horz" wrap="none" lIns="0" tIns="0" rIns="0" bIns="0" rtlCol="0" anchor="ctr" anchorCtr="0">
            <a:noAutofit/>
          </a:bodyPr>
          <a:lstStyle>
            <a:lvl1pPr algn="l">
              <a:defRPr sz="1200" b="0">
                <a:solidFill>
                  <a:schemeClr val="bg1"/>
                </a:solidFill>
              </a:defRPr>
            </a:lvl1pPr>
          </a:lstStyle>
          <a:p>
            <a:r>
              <a:rPr lang="en-US"/>
              <a:t>Telecommunication Networks </a:t>
            </a:r>
            <a:endParaRPr lang="de-DE" dirty="0"/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4"/>
          </p:nvPr>
        </p:nvSpPr>
        <p:spPr>
          <a:xfrm>
            <a:off x="343662" y="6373842"/>
            <a:ext cx="288061" cy="2304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200" b="0">
                <a:solidFill>
                  <a:schemeClr val="bg1"/>
                </a:solidFill>
              </a:defRPr>
            </a:lvl1pPr>
          </a:lstStyle>
          <a:p>
            <a:fld id="{815DB69B-0A2B-4D0B-A3BD-360AAA24381D}" type="slidenum">
              <a:rPr lang="de-DE" smtClean="0"/>
              <a:pPr/>
              <a:t>‹Nr.›</a:t>
            </a:fld>
            <a:endParaRPr lang="de-DE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BC7DBF6-92D8-591C-3F0A-C8F8CF3E3DD9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6105295" y="6172200"/>
            <a:ext cx="1580095" cy="497158"/>
          </a:xfrm>
          <a:prstGeom prst="rect">
            <a:avLst/>
          </a:prstGeom>
        </p:spPr>
      </p:pic>
      <p:pic>
        <p:nvPicPr>
          <p:cNvPr id="6" name="Grafik 7">
            <a:extLst>
              <a:ext uri="{FF2B5EF4-FFF2-40B4-BE49-F238E27FC236}">
                <a16:creationId xmlns:a16="http://schemas.microsoft.com/office/drawing/2014/main" id="{D9C9A2CF-52CB-C64F-6F7D-90197783748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895343" y="378000"/>
            <a:ext cx="652467" cy="766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64102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lang="de-DE" sz="2400" b="0" i="0" kern="1200" dirty="0">
          <a:solidFill>
            <a:srgbClr val="C40D1E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000" b="1" i="1">
          <a:solidFill>
            <a:srgbClr val="003A80"/>
          </a:solidFill>
          <a:latin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000" b="1" i="1">
          <a:solidFill>
            <a:srgbClr val="003A80"/>
          </a:solidFill>
          <a:latin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000" b="1" i="1">
          <a:solidFill>
            <a:srgbClr val="003A80"/>
          </a:solidFill>
          <a:latin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000" b="1" i="1">
          <a:solidFill>
            <a:srgbClr val="003A80"/>
          </a:solidFill>
          <a:latin typeface="Arial" charset="0"/>
        </a:defRPr>
      </a:lvl5pPr>
      <a:lvl6pPr marL="457148" algn="l" rtl="0" eaLnBrk="1" fontAlgn="base" hangingPunct="1">
        <a:spcBef>
          <a:spcPct val="0"/>
        </a:spcBef>
        <a:spcAft>
          <a:spcPct val="0"/>
        </a:spcAft>
        <a:defRPr sz="2000" b="1" i="1">
          <a:solidFill>
            <a:srgbClr val="16316F"/>
          </a:solidFill>
          <a:latin typeface="Arial" charset="0"/>
        </a:defRPr>
      </a:lvl6pPr>
      <a:lvl7pPr marL="914296" algn="l" rtl="0" eaLnBrk="1" fontAlgn="base" hangingPunct="1">
        <a:spcBef>
          <a:spcPct val="0"/>
        </a:spcBef>
        <a:spcAft>
          <a:spcPct val="0"/>
        </a:spcAft>
        <a:defRPr sz="2000" b="1" i="1">
          <a:solidFill>
            <a:srgbClr val="16316F"/>
          </a:solidFill>
          <a:latin typeface="Arial" charset="0"/>
        </a:defRPr>
      </a:lvl7pPr>
      <a:lvl8pPr marL="1371445" algn="l" rtl="0" eaLnBrk="1" fontAlgn="base" hangingPunct="1">
        <a:spcBef>
          <a:spcPct val="0"/>
        </a:spcBef>
        <a:spcAft>
          <a:spcPct val="0"/>
        </a:spcAft>
        <a:defRPr sz="2000" b="1" i="1">
          <a:solidFill>
            <a:srgbClr val="16316F"/>
          </a:solidFill>
          <a:latin typeface="Arial" charset="0"/>
        </a:defRPr>
      </a:lvl8pPr>
      <a:lvl9pPr marL="1828592" algn="l" rtl="0" eaLnBrk="1" fontAlgn="base" hangingPunct="1">
        <a:spcBef>
          <a:spcPct val="0"/>
        </a:spcBef>
        <a:spcAft>
          <a:spcPct val="0"/>
        </a:spcAft>
        <a:defRPr sz="2000" b="1" i="1">
          <a:solidFill>
            <a:srgbClr val="16316F"/>
          </a:solidFill>
          <a:latin typeface="Arial" charset="0"/>
        </a:defRPr>
      </a:lvl9pPr>
    </p:titleStyle>
    <p:bodyStyle>
      <a:lvl1pPr marL="360000" indent="-360000" algn="l" defTabSz="422388" rtl="0" eaLnBrk="1" fontAlgn="base" hangingPunct="1">
        <a:lnSpc>
          <a:spcPct val="100000"/>
        </a:lnSpc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 panose="020B0604020202020204" pitchFamily="34" charset="0"/>
        <a:buChar char="•"/>
        <a:defRPr lang="de-DE" sz="1800" kern="1200" dirty="0">
          <a:solidFill>
            <a:srgbClr val="434343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817200" indent="-350838" algn="l" defTabSz="422388" rtl="0" eaLnBrk="1" fontAlgn="base" hangingPunct="1">
        <a:lnSpc>
          <a:spcPct val="100000"/>
        </a:lnSpc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 panose="020B0604020202020204" pitchFamily="34" charset="0"/>
        <a:buChar char="•"/>
        <a:defRPr lang="de-DE" sz="1800" kern="1200" dirty="0">
          <a:solidFill>
            <a:srgbClr val="434343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273175" indent="-358775" algn="l" defTabSz="422388" rtl="0" eaLnBrk="1" fontAlgn="base" hangingPunct="1">
        <a:lnSpc>
          <a:spcPct val="100000"/>
        </a:lnSpc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 panose="020B0604020202020204" pitchFamily="34" charset="0"/>
        <a:buChar char="•"/>
        <a:defRPr lang="de-DE" sz="1800" kern="1200" dirty="0">
          <a:solidFill>
            <a:srgbClr val="434343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730375" indent="-358775" algn="l" defTabSz="422388" rtl="0" eaLnBrk="1" fontAlgn="base" hangingPunct="1">
        <a:lnSpc>
          <a:spcPct val="100000"/>
        </a:lnSpc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 panose="020B0604020202020204" pitchFamily="34" charset="0"/>
        <a:buChar char="•"/>
        <a:defRPr lang="de-DE" sz="1800" kern="1200" dirty="0">
          <a:solidFill>
            <a:srgbClr val="434343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188800" indent="-360000" algn="l" defTabSz="422388" rtl="0" eaLnBrk="1" fontAlgn="base" hangingPunct="1">
        <a:lnSpc>
          <a:spcPct val="100000"/>
        </a:lnSpc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 panose="020B0604020202020204" pitchFamily="34" charset="0"/>
        <a:buChar char="•"/>
        <a:defRPr lang="de-DE" sz="1800" b="0" kern="1200" dirty="0">
          <a:solidFill>
            <a:srgbClr val="434343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0" indent="-422388" algn="l" defTabSz="914296" rtl="0" eaLnBrk="1" latinLnBrk="0" hangingPunct="1">
        <a:spcBef>
          <a:spcPct val="20000"/>
        </a:spcBef>
        <a:buFont typeface="Arial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462" indent="-228574" algn="l" defTabSz="914296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610" indent="-228574" algn="l" defTabSz="914296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758" indent="-228574" algn="l" defTabSz="914296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29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48" algn="l" defTabSz="91429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96" algn="l" defTabSz="91429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45" algn="l" defTabSz="91429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592" algn="l" defTabSz="91429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740" algn="l" defTabSz="91429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888" algn="l" defTabSz="91429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36" algn="l" defTabSz="91429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184" algn="l" defTabSz="91429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44503" y="365127"/>
            <a:ext cx="6831033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4503" y="1825625"/>
            <a:ext cx="6831033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4502" y="6356352"/>
            <a:ext cx="17820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39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5/2/2026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623513" y="6356352"/>
            <a:ext cx="267301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39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Telecommunication Networks </a:t>
            </a:r>
            <a:endParaRPr lang="de-D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593527" y="6356352"/>
            <a:ext cx="17820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39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15DB69B-0A2B-4D0B-A3BD-360AAA24381D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9899357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685" r:id="rId2"/>
    <p:sldLayoutId id="2147483686" r:id="rId3"/>
    <p:sldLayoutId id="2147483687" r:id="rId4"/>
    <p:sldLayoutId id="2147483688" r:id="rId5"/>
    <p:sldLayoutId id="2147483689" r:id="rId6"/>
    <p:sldLayoutId id="2147483690" r:id="rId7"/>
    <p:sldLayoutId id="2147483691" r:id="rId8"/>
    <p:sldLayoutId id="2147483692" r:id="rId9"/>
    <p:sldLayoutId id="2147483693" r:id="rId10"/>
    <p:sldLayoutId id="2147483694" r:id="rId11"/>
    <p:sldLayoutId id="2147483695" r:id="rId12"/>
  </p:sldLayoutIdLst>
  <p:hf hdr="0" ftr="0" dt="0"/>
  <p:txStyles>
    <p:titleStyle>
      <a:lvl1pPr algn="l" defTabSz="791962" rtl="0" eaLnBrk="1" latinLnBrk="0" hangingPunct="1">
        <a:lnSpc>
          <a:spcPct val="90000"/>
        </a:lnSpc>
        <a:spcBef>
          <a:spcPct val="0"/>
        </a:spcBef>
        <a:buNone/>
        <a:defRPr sz="381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97990" indent="-197990" algn="l" defTabSz="791962" rtl="0" eaLnBrk="1" latinLnBrk="0" hangingPunct="1">
        <a:lnSpc>
          <a:spcPct val="90000"/>
        </a:lnSpc>
        <a:spcBef>
          <a:spcPts val="866"/>
        </a:spcBef>
        <a:buFont typeface="Arial" panose="020B0604020202020204" pitchFamily="34" charset="0"/>
        <a:buChar char="•"/>
        <a:defRPr sz="2425" kern="1200">
          <a:solidFill>
            <a:schemeClr val="tx1"/>
          </a:solidFill>
          <a:latin typeface="+mn-lt"/>
          <a:ea typeface="+mn-ea"/>
          <a:cs typeface="+mn-cs"/>
        </a:defRPr>
      </a:lvl1pPr>
      <a:lvl2pPr marL="593971" indent="-197990" algn="l" defTabSz="791962" rtl="0" eaLnBrk="1" latinLnBrk="0" hangingPunct="1">
        <a:lnSpc>
          <a:spcPct val="90000"/>
        </a:lnSpc>
        <a:spcBef>
          <a:spcPts val="433"/>
        </a:spcBef>
        <a:buFont typeface="Arial" panose="020B0604020202020204" pitchFamily="34" charset="0"/>
        <a:buChar char="•"/>
        <a:defRPr sz="2079" kern="1200">
          <a:solidFill>
            <a:schemeClr val="tx1"/>
          </a:solidFill>
          <a:latin typeface="+mn-lt"/>
          <a:ea typeface="+mn-ea"/>
          <a:cs typeface="+mn-cs"/>
        </a:defRPr>
      </a:lvl2pPr>
      <a:lvl3pPr marL="989952" indent="-197990" algn="l" defTabSz="791962" rtl="0" eaLnBrk="1" latinLnBrk="0" hangingPunct="1">
        <a:lnSpc>
          <a:spcPct val="90000"/>
        </a:lnSpc>
        <a:spcBef>
          <a:spcPts val="433"/>
        </a:spcBef>
        <a:buFont typeface="Arial" panose="020B0604020202020204" pitchFamily="34" charset="0"/>
        <a:buChar char="•"/>
        <a:defRPr sz="1732" kern="1200">
          <a:solidFill>
            <a:schemeClr val="tx1"/>
          </a:solidFill>
          <a:latin typeface="+mn-lt"/>
          <a:ea typeface="+mn-ea"/>
          <a:cs typeface="+mn-cs"/>
        </a:defRPr>
      </a:lvl3pPr>
      <a:lvl4pPr marL="1385933" indent="-197990" algn="l" defTabSz="791962" rtl="0" eaLnBrk="1" latinLnBrk="0" hangingPunct="1">
        <a:lnSpc>
          <a:spcPct val="90000"/>
        </a:lnSpc>
        <a:spcBef>
          <a:spcPts val="433"/>
        </a:spcBef>
        <a:buFont typeface="Arial" panose="020B0604020202020204" pitchFamily="34" charset="0"/>
        <a:buChar char="•"/>
        <a:defRPr sz="1559" kern="1200">
          <a:solidFill>
            <a:schemeClr val="tx1"/>
          </a:solidFill>
          <a:latin typeface="+mn-lt"/>
          <a:ea typeface="+mn-ea"/>
          <a:cs typeface="+mn-cs"/>
        </a:defRPr>
      </a:lvl4pPr>
      <a:lvl5pPr marL="1781914" indent="-197990" algn="l" defTabSz="791962" rtl="0" eaLnBrk="1" latinLnBrk="0" hangingPunct="1">
        <a:lnSpc>
          <a:spcPct val="90000"/>
        </a:lnSpc>
        <a:spcBef>
          <a:spcPts val="433"/>
        </a:spcBef>
        <a:buFont typeface="Arial" panose="020B0604020202020204" pitchFamily="34" charset="0"/>
        <a:buChar char="•"/>
        <a:defRPr sz="1559" kern="1200">
          <a:solidFill>
            <a:schemeClr val="tx1"/>
          </a:solidFill>
          <a:latin typeface="+mn-lt"/>
          <a:ea typeface="+mn-ea"/>
          <a:cs typeface="+mn-cs"/>
        </a:defRPr>
      </a:lvl5pPr>
      <a:lvl6pPr marL="2177895" indent="-197990" algn="l" defTabSz="791962" rtl="0" eaLnBrk="1" latinLnBrk="0" hangingPunct="1">
        <a:lnSpc>
          <a:spcPct val="90000"/>
        </a:lnSpc>
        <a:spcBef>
          <a:spcPts val="433"/>
        </a:spcBef>
        <a:buFont typeface="Arial" panose="020B0604020202020204" pitchFamily="34" charset="0"/>
        <a:buChar char="•"/>
        <a:defRPr sz="1559" kern="1200">
          <a:solidFill>
            <a:schemeClr val="tx1"/>
          </a:solidFill>
          <a:latin typeface="+mn-lt"/>
          <a:ea typeface="+mn-ea"/>
          <a:cs typeface="+mn-cs"/>
        </a:defRPr>
      </a:lvl6pPr>
      <a:lvl7pPr marL="2573876" indent="-197990" algn="l" defTabSz="791962" rtl="0" eaLnBrk="1" latinLnBrk="0" hangingPunct="1">
        <a:lnSpc>
          <a:spcPct val="90000"/>
        </a:lnSpc>
        <a:spcBef>
          <a:spcPts val="433"/>
        </a:spcBef>
        <a:buFont typeface="Arial" panose="020B0604020202020204" pitchFamily="34" charset="0"/>
        <a:buChar char="•"/>
        <a:defRPr sz="1559" kern="1200">
          <a:solidFill>
            <a:schemeClr val="tx1"/>
          </a:solidFill>
          <a:latin typeface="+mn-lt"/>
          <a:ea typeface="+mn-ea"/>
          <a:cs typeface="+mn-cs"/>
        </a:defRPr>
      </a:lvl7pPr>
      <a:lvl8pPr marL="2969857" indent="-197990" algn="l" defTabSz="791962" rtl="0" eaLnBrk="1" latinLnBrk="0" hangingPunct="1">
        <a:lnSpc>
          <a:spcPct val="90000"/>
        </a:lnSpc>
        <a:spcBef>
          <a:spcPts val="433"/>
        </a:spcBef>
        <a:buFont typeface="Arial" panose="020B0604020202020204" pitchFamily="34" charset="0"/>
        <a:buChar char="•"/>
        <a:defRPr sz="1559" kern="1200">
          <a:solidFill>
            <a:schemeClr val="tx1"/>
          </a:solidFill>
          <a:latin typeface="+mn-lt"/>
          <a:ea typeface="+mn-ea"/>
          <a:cs typeface="+mn-cs"/>
        </a:defRPr>
      </a:lvl8pPr>
      <a:lvl9pPr marL="3365838" indent="-197990" algn="l" defTabSz="791962" rtl="0" eaLnBrk="1" latinLnBrk="0" hangingPunct="1">
        <a:lnSpc>
          <a:spcPct val="90000"/>
        </a:lnSpc>
        <a:spcBef>
          <a:spcPts val="433"/>
        </a:spcBef>
        <a:buFont typeface="Arial" panose="020B0604020202020204" pitchFamily="34" charset="0"/>
        <a:buChar char="•"/>
        <a:defRPr sz="155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91962" rtl="0" eaLnBrk="1" latinLnBrk="0" hangingPunct="1">
        <a:defRPr sz="1559" kern="1200">
          <a:solidFill>
            <a:schemeClr val="tx1"/>
          </a:solidFill>
          <a:latin typeface="+mn-lt"/>
          <a:ea typeface="+mn-ea"/>
          <a:cs typeface="+mn-cs"/>
        </a:defRPr>
      </a:lvl1pPr>
      <a:lvl2pPr marL="395981" algn="l" defTabSz="791962" rtl="0" eaLnBrk="1" latinLnBrk="0" hangingPunct="1">
        <a:defRPr sz="1559" kern="1200">
          <a:solidFill>
            <a:schemeClr val="tx1"/>
          </a:solidFill>
          <a:latin typeface="+mn-lt"/>
          <a:ea typeface="+mn-ea"/>
          <a:cs typeface="+mn-cs"/>
        </a:defRPr>
      </a:lvl2pPr>
      <a:lvl3pPr marL="791962" algn="l" defTabSz="791962" rtl="0" eaLnBrk="1" latinLnBrk="0" hangingPunct="1">
        <a:defRPr sz="1559" kern="1200">
          <a:solidFill>
            <a:schemeClr val="tx1"/>
          </a:solidFill>
          <a:latin typeface="+mn-lt"/>
          <a:ea typeface="+mn-ea"/>
          <a:cs typeface="+mn-cs"/>
        </a:defRPr>
      </a:lvl3pPr>
      <a:lvl4pPr marL="1187943" algn="l" defTabSz="791962" rtl="0" eaLnBrk="1" latinLnBrk="0" hangingPunct="1">
        <a:defRPr sz="1559" kern="1200">
          <a:solidFill>
            <a:schemeClr val="tx1"/>
          </a:solidFill>
          <a:latin typeface="+mn-lt"/>
          <a:ea typeface="+mn-ea"/>
          <a:cs typeface="+mn-cs"/>
        </a:defRPr>
      </a:lvl4pPr>
      <a:lvl5pPr marL="1583924" algn="l" defTabSz="791962" rtl="0" eaLnBrk="1" latinLnBrk="0" hangingPunct="1">
        <a:defRPr sz="1559" kern="1200">
          <a:solidFill>
            <a:schemeClr val="tx1"/>
          </a:solidFill>
          <a:latin typeface="+mn-lt"/>
          <a:ea typeface="+mn-ea"/>
          <a:cs typeface="+mn-cs"/>
        </a:defRPr>
      </a:lvl5pPr>
      <a:lvl6pPr marL="1979905" algn="l" defTabSz="791962" rtl="0" eaLnBrk="1" latinLnBrk="0" hangingPunct="1">
        <a:defRPr sz="1559" kern="1200">
          <a:solidFill>
            <a:schemeClr val="tx1"/>
          </a:solidFill>
          <a:latin typeface="+mn-lt"/>
          <a:ea typeface="+mn-ea"/>
          <a:cs typeface="+mn-cs"/>
        </a:defRPr>
      </a:lvl6pPr>
      <a:lvl7pPr marL="2375886" algn="l" defTabSz="791962" rtl="0" eaLnBrk="1" latinLnBrk="0" hangingPunct="1">
        <a:defRPr sz="1559" kern="1200">
          <a:solidFill>
            <a:schemeClr val="tx1"/>
          </a:solidFill>
          <a:latin typeface="+mn-lt"/>
          <a:ea typeface="+mn-ea"/>
          <a:cs typeface="+mn-cs"/>
        </a:defRPr>
      </a:lvl7pPr>
      <a:lvl8pPr marL="2771866" algn="l" defTabSz="791962" rtl="0" eaLnBrk="1" latinLnBrk="0" hangingPunct="1">
        <a:defRPr sz="1559" kern="1200">
          <a:solidFill>
            <a:schemeClr val="tx1"/>
          </a:solidFill>
          <a:latin typeface="+mn-lt"/>
          <a:ea typeface="+mn-ea"/>
          <a:cs typeface="+mn-cs"/>
        </a:defRPr>
      </a:lvl8pPr>
      <a:lvl9pPr marL="3167847" algn="l" defTabSz="791962" rtl="0" eaLnBrk="1" latinLnBrk="0" hangingPunct="1">
        <a:defRPr sz="155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5DDAE4-752A-65DE-A09C-043BC02DB7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" name="Gruppieren 53">
            <a:extLst>
              <a:ext uri="{FF2B5EF4-FFF2-40B4-BE49-F238E27FC236}">
                <a16:creationId xmlns:a16="http://schemas.microsoft.com/office/drawing/2014/main" id="{2B6AC8A4-7391-363F-9552-18EF0E558E93}"/>
              </a:ext>
            </a:extLst>
          </p:cNvPr>
          <p:cNvGrpSpPr/>
          <p:nvPr/>
        </p:nvGrpSpPr>
        <p:grpSpPr>
          <a:xfrm>
            <a:off x="3167409" y="2160326"/>
            <a:ext cx="430400" cy="421247"/>
            <a:chOff x="3276427" y="2358276"/>
            <a:chExt cx="430400" cy="421247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D7A071EF-4E9D-D863-062D-77853C6BFA17}"/>
                </a:ext>
              </a:extLst>
            </p:cNvPr>
            <p:cNvSpPr>
              <a:spLocks noChangeAspect="1"/>
            </p:cNvSpPr>
            <p:nvPr/>
          </p:nvSpPr>
          <p:spPr bwMode="auto">
            <a:xfrm rot="16200000">
              <a:off x="3281003" y="2353700"/>
              <a:ext cx="421247" cy="430400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rtlCol="0" anchor="ctr"/>
            <a:lstStyle/>
            <a:p>
              <a:pPr algn="ctr"/>
              <a:endParaRPr lang="en-DE" sz="1600" b="1" dirty="0">
                <a:solidFill>
                  <a:schemeClr val="bg1"/>
                </a:solidFill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13582BF9-9857-26D1-CA8D-EAC409DF0D3F}"/>
                    </a:ext>
                  </a:extLst>
                </p:cNvPr>
                <p:cNvSpPr txBox="1"/>
                <p:nvPr/>
              </p:nvSpPr>
              <p:spPr>
                <a:xfrm>
                  <a:off x="3325025" y="2371058"/>
                  <a:ext cx="273441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DE" dirty="0"/>
                </a:p>
              </p:txBody>
            </p:sp>
          </mc:Choice>
          <mc:Fallback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13582BF9-9857-26D1-CA8D-EAC409DF0D3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25025" y="2371058"/>
                  <a:ext cx="273441" cy="369332"/>
                </a:xfrm>
                <a:prstGeom prst="rect">
                  <a:avLst/>
                </a:prstGeom>
                <a:blipFill>
                  <a:blip r:embed="rId2"/>
                  <a:stretch>
                    <a:fillRect r="-25000"/>
                  </a:stretch>
                </a:blipFill>
              </p:spPr>
              <p:txBody>
                <a:bodyPr/>
                <a:lstStyle/>
                <a:p>
                  <a:r>
                    <a:rPr lang="en-DE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10" name="Connector: Elbow 9">
            <a:extLst>
              <a:ext uri="{FF2B5EF4-FFF2-40B4-BE49-F238E27FC236}">
                <a16:creationId xmlns:a16="http://schemas.microsoft.com/office/drawing/2014/main" id="{CDF92B78-B11F-035D-1924-A465FDF78034}"/>
              </a:ext>
            </a:extLst>
          </p:cNvPr>
          <p:cNvCxnSpPr>
            <a:cxnSpLocks/>
            <a:stCxn id="25" idx="0"/>
            <a:endCxn id="55" idx="1"/>
          </p:cNvCxnSpPr>
          <p:nvPr/>
        </p:nvCxnSpPr>
        <p:spPr>
          <a:xfrm rot="5400000" flipH="1" flipV="1">
            <a:off x="555916" y="1262393"/>
            <a:ext cx="566091" cy="1343242"/>
          </a:xfrm>
          <a:prstGeom prst="bentConnector2">
            <a:avLst/>
          </a:prstGeom>
          <a:ln w="22225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2FDDC8CB-D7B6-45E3-D462-9BA98F901C6E}"/>
              </a:ext>
            </a:extLst>
          </p:cNvPr>
          <p:cNvCxnSpPr>
            <a:cxnSpLocks/>
            <a:stCxn id="12" idx="0"/>
            <a:endCxn id="4" idx="4"/>
          </p:cNvCxnSpPr>
          <p:nvPr/>
        </p:nvCxnSpPr>
        <p:spPr>
          <a:xfrm flipH="1">
            <a:off x="3597811" y="2370949"/>
            <a:ext cx="1844325" cy="1"/>
          </a:xfrm>
          <a:prstGeom prst="straightConnector1">
            <a:avLst/>
          </a:prstGeom>
          <a:ln w="25400">
            <a:headEnd type="triangle" w="lg" len="lg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FAEA9BE9-63BB-33F1-02CE-1D677773237D}"/>
              </a:ext>
            </a:extLst>
          </p:cNvPr>
          <p:cNvSpPr/>
          <p:nvPr/>
        </p:nvSpPr>
        <p:spPr>
          <a:xfrm rot="16200000">
            <a:off x="5284929" y="1888055"/>
            <a:ext cx="1280197" cy="965784"/>
          </a:xfrm>
          <a:prstGeom prst="roundRect">
            <a:avLst/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3C460DFB-D9BE-06D3-43E7-5314BC6463A5}"/>
              </a:ext>
            </a:extLst>
          </p:cNvPr>
          <p:cNvCxnSpPr>
            <a:cxnSpLocks/>
          </p:cNvCxnSpPr>
          <p:nvPr/>
        </p:nvCxnSpPr>
        <p:spPr>
          <a:xfrm rot="5400000" flipH="1">
            <a:off x="5880263" y="1982139"/>
            <a:ext cx="0" cy="765155"/>
          </a:xfrm>
          <a:prstGeom prst="straightConnector1">
            <a:avLst/>
          </a:prstGeom>
          <a:ln w="25400">
            <a:headEnd type="triangl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25390061-2F62-FC7A-7D5E-3D6DD213CD9D}"/>
              </a:ext>
            </a:extLst>
          </p:cNvPr>
          <p:cNvCxnSpPr>
            <a:cxnSpLocks/>
          </p:cNvCxnSpPr>
          <p:nvPr/>
        </p:nvCxnSpPr>
        <p:spPr>
          <a:xfrm rot="16200000" flipH="1">
            <a:off x="5412315" y="2307227"/>
            <a:ext cx="1020917" cy="0"/>
          </a:xfrm>
          <a:prstGeom prst="straightConnector1">
            <a:avLst/>
          </a:prstGeom>
          <a:ln w="25400">
            <a:headEnd type="triangl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8A4C324E-9233-81BC-A23E-3AC383853D6B}"/>
              </a:ext>
            </a:extLst>
          </p:cNvPr>
          <p:cNvSpPr/>
          <p:nvPr/>
        </p:nvSpPr>
        <p:spPr>
          <a:xfrm>
            <a:off x="5526419" y="2122497"/>
            <a:ext cx="805338" cy="511084"/>
          </a:xfrm>
          <a:custGeom>
            <a:avLst/>
            <a:gdLst>
              <a:gd name="connsiteX0" fmla="*/ 0 w 307975"/>
              <a:gd name="connsiteY0" fmla="*/ 195263 h 195447"/>
              <a:gd name="connsiteX1" fmla="*/ 88900 w 307975"/>
              <a:gd name="connsiteY1" fmla="*/ 179388 h 195447"/>
              <a:gd name="connsiteX2" fmla="*/ 155575 w 307975"/>
              <a:gd name="connsiteY2" fmla="*/ 93663 h 195447"/>
              <a:gd name="connsiteX3" fmla="*/ 209550 w 307975"/>
              <a:gd name="connsiteY3" fmla="*/ 19050 h 195447"/>
              <a:gd name="connsiteX4" fmla="*/ 307975 w 307975"/>
              <a:gd name="connsiteY4" fmla="*/ 0 h 1954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7975" h="195447">
                <a:moveTo>
                  <a:pt x="0" y="195263"/>
                </a:moveTo>
                <a:cubicBezTo>
                  <a:pt x="31485" y="195792"/>
                  <a:pt x="62971" y="196321"/>
                  <a:pt x="88900" y="179388"/>
                </a:cubicBezTo>
                <a:cubicBezTo>
                  <a:pt x="114829" y="162455"/>
                  <a:pt x="135467" y="120386"/>
                  <a:pt x="155575" y="93663"/>
                </a:cubicBezTo>
                <a:cubicBezTo>
                  <a:pt x="175683" y="66940"/>
                  <a:pt x="184150" y="34661"/>
                  <a:pt x="209550" y="19050"/>
                </a:cubicBezTo>
                <a:cubicBezTo>
                  <a:pt x="234950" y="3439"/>
                  <a:pt x="271462" y="1719"/>
                  <a:pt x="307975" y="0"/>
                </a:cubicBezTo>
              </a:path>
            </a:pathLst>
          </a:cu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1B65244E-518D-81CD-B126-818C9C620449}"/>
              </a:ext>
            </a:extLst>
          </p:cNvPr>
          <p:cNvCxnSpPr>
            <a:cxnSpLocks/>
            <a:endCxn id="12" idx="2"/>
          </p:cNvCxnSpPr>
          <p:nvPr/>
        </p:nvCxnSpPr>
        <p:spPr>
          <a:xfrm flipH="1" flipV="1">
            <a:off x="6407920" y="2370947"/>
            <a:ext cx="722335" cy="7096"/>
          </a:xfrm>
          <a:prstGeom prst="straightConnector1">
            <a:avLst/>
          </a:prstGeom>
          <a:ln w="25400">
            <a:headEnd type="triangle" w="lg" len="lg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8186CAE5-C1E6-D976-DAA7-10C630042CD7}"/>
                  </a:ext>
                </a:extLst>
              </p:cNvPr>
              <p:cNvSpPr txBox="1"/>
              <p:nvPr/>
            </p:nvSpPr>
            <p:spPr>
              <a:xfrm>
                <a:off x="6524867" y="1890134"/>
                <a:ext cx="1366150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𝜎</m:t>
                      </m:r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</m:t>
                      </m:r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DE" sz="2000" dirty="0"/>
              </a:p>
            </p:txBody>
          </p:sp>
        </mc:Choice>
        <mc:Fallback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8186CAE5-C1E6-D976-DAA7-10C630042C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24867" y="1890134"/>
                <a:ext cx="1366150" cy="400110"/>
              </a:xfrm>
              <a:prstGeom prst="rect">
                <a:avLst/>
              </a:prstGeom>
              <a:blipFill>
                <a:blip r:embed="rId3"/>
                <a:stretch>
                  <a:fillRect b="-15152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TextBox 18">
            <a:extLst>
              <a:ext uri="{FF2B5EF4-FFF2-40B4-BE49-F238E27FC236}">
                <a16:creationId xmlns:a16="http://schemas.microsoft.com/office/drawing/2014/main" id="{E321EA57-B5B7-BFBB-B1F7-74608BA726A2}"/>
              </a:ext>
            </a:extLst>
          </p:cNvPr>
          <p:cNvSpPr txBox="1"/>
          <p:nvPr/>
        </p:nvSpPr>
        <p:spPr>
          <a:xfrm>
            <a:off x="5284087" y="1038438"/>
            <a:ext cx="12669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Activation</a:t>
            </a:r>
          </a:p>
          <a:p>
            <a:pPr algn="ctr"/>
            <a:r>
              <a:rPr lang="en-US" dirty="0"/>
              <a:t>Function</a:t>
            </a:r>
            <a:endParaRPr lang="en-DE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6BFF899E-3041-C6C3-A277-E1917DC3AE9B}"/>
                  </a:ext>
                </a:extLst>
              </p:cNvPr>
              <p:cNvSpPr txBox="1"/>
              <p:nvPr/>
            </p:nvSpPr>
            <p:spPr>
              <a:xfrm>
                <a:off x="3411457" y="1486623"/>
                <a:ext cx="1660944" cy="67223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-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DE" dirty="0"/>
              </a:p>
            </p:txBody>
          </p:sp>
        </mc:Choice>
        <mc:Fallback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6BFF899E-3041-C6C3-A277-E1917DC3AE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11457" y="1486623"/>
                <a:ext cx="1660944" cy="67223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84CA8816-03F0-EC32-2D84-4954DC0A4289}"/>
                  </a:ext>
                </a:extLst>
              </p:cNvPr>
              <p:cNvSpPr txBox="1"/>
              <p:nvPr/>
            </p:nvSpPr>
            <p:spPr>
              <a:xfrm>
                <a:off x="723273" y="1320575"/>
                <a:ext cx="358495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DE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DE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DE" sz="2000" dirty="0"/>
              </a:p>
            </p:txBody>
          </p:sp>
        </mc:Choice>
        <mc:Fallback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84CA8816-03F0-EC32-2D84-4954DC0A42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273" y="1320575"/>
                <a:ext cx="358495" cy="307777"/>
              </a:xfrm>
              <a:prstGeom prst="rect">
                <a:avLst/>
              </a:prstGeom>
              <a:blipFill>
                <a:blip r:embed="rId5"/>
                <a:stretch>
                  <a:fillRect l="-12069" r="-5172" b="-16000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EC67DC6A-EEED-D630-679B-7F629D9DF104}"/>
                  </a:ext>
                </a:extLst>
              </p:cNvPr>
              <p:cNvSpPr txBox="1"/>
              <p:nvPr/>
            </p:nvSpPr>
            <p:spPr>
              <a:xfrm>
                <a:off x="793282" y="2056610"/>
                <a:ext cx="352532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DE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DE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DE" sz="2000" dirty="0"/>
              </a:p>
            </p:txBody>
          </p:sp>
        </mc:Choice>
        <mc:Fallback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EC67DC6A-EEED-D630-679B-7F629D9DF1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3282" y="2056610"/>
                <a:ext cx="352532" cy="307777"/>
              </a:xfrm>
              <a:prstGeom prst="rect">
                <a:avLst/>
              </a:prstGeom>
              <a:blipFill>
                <a:blip r:embed="rId6"/>
                <a:stretch>
                  <a:fillRect l="-8621" r="-5172" b="-13725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515E07B1-E8E7-01FE-3633-6D295448634E}"/>
                  </a:ext>
                </a:extLst>
              </p:cNvPr>
              <p:cNvSpPr txBox="1"/>
              <p:nvPr/>
            </p:nvSpPr>
            <p:spPr>
              <a:xfrm>
                <a:off x="764799" y="566368"/>
                <a:ext cx="358495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DE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DE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GB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DE" sz="2000" dirty="0"/>
              </a:p>
            </p:txBody>
          </p:sp>
        </mc:Choice>
        <mc:Fallback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515E07B1-E8E7-01FE-3633-6D29544863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4799" y="566368"/>
                <a:ext cx="358495" cy="307777"/>
              </a:xfrm>
              <a:prstGeom prst="rect">
                <a:avLst/>
              </a:prstGeom>
              <a:blipFill>
                <a:blip r:embed="rId7"/>
                <a:stretch>
                  <a:fillRect l="-10169" r="-3390" b="-16000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38CA6E7E-29C1-AD18-8334-B45BCB900442}"/>
                  </a:ext>
                </a:extLst>
              </p:cNvPr>
              <p:cNvSpPr txBox="1"/>
              <p:nvPr/>
            </p:nvSpPr>
            <p:spPr>
              <a:xfrm>
                <a:off x="6173" y="2217061"/>
                <a:ext cx="322331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DE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en-DE" sz="2000" dirty="0"/>
              </a:p>
            </p:txBody>
          </p:sp>
        </mc:Choice>
        <mc:Fallback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38CA6E7E-29C1-AD18-8334-B45BCB9004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73" y="2217061"/>
                <a:ext cx="322331" cy="307777"/>
              </a:xfrm>
              <a:prstGeom prst="rect">
                <a:avLst/>
              </a:prstGeom>
              <a:blipFill>
                <a:blip r:embed="rId8"/>
                <a:stretch>
                  <a:fillRect l="-9434" r="-1887" b="-12000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91D071A6-95A9-63B5-15D5-D91E9826A550}"/>
              </a:ext>
            </a:extLst>
          </p:cNvPr>
          <p:cNvSpPr/>
          <p:nvPr/>
        </p:nvSpPr>
        <p:spPr>
          <a:xfrm>
            <a:off x="552635" y="502475"/>
            <a:ext cx="4536067" cy="2358558"/>
          </a:xfrm>
          <a:prstGeom prst="roundRect">
            <a:avLst>
              <a:gd name="adj" fmla="val 11786"/>
            </a:avLst>
          </a:prstGeom>
          <a:noFill/>
          <a:ln w="254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" name="Right Brace 29">
            <a:extLst>
              <a:ext uri="{FF2B5EF4-FFF2-40B4-BE49-F238E27FC236}">
                <a16:creationId xmlns:a16="http://schemas.microsoft.com/office/drawing/2014/main" id="{E19589BD-ACD5-254C-EE2E-8420A9197994}"/>
              </a:ext>
            </a:extLst>
          </p:cNvPr>
          <p:cNvSpPr/>
          <p:nvPr/>
        </p:nvSpPr>
        <p:spPr>
          <a:xfrm rot="5400000">
            <a:off x="2712115" y="1415825"/>
            <a:ext cx="325904" cy="4177946"/>
          </a:xfrm>
          <a:prstGeom prst="rightBrace">
            <a:avLst>
              <a:gd name="adj1" fmla="val 99909"/>
              <a:gd name="adj2" fmla="val 50000"/>
            </a:avLst>
          </a:prstGeom>
          <a:ln w="285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32" name="Graphic 31" descr="Flask outline">
            <a:extLst>
              <a:ext uri="{FF2B5EF4-FFF2-40B4-BE49-F238E27FC236}">
                <a16:creationId xmlns:a16="http://schemas.microsoft.com/office/drawing/2014/main" id="{A7250946-1BAE-20CC-43B9-7F84439B2C5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430409" y="3931004"/>
            <a:ext cx="1079168" cy="1079168"/>
          </a:xfrm>
          <a:prstGeom prst="rect">
            <a:avLst/>
          </a:prstGeom>
        </p:spPr>
      </p:pic>
      <p:sp>
        <p:nvSpPr>
          <p:cNvPr id="33" name="Right Brace 32">
            <a:extLst>
              <a:ext uri="{FF2B5EF4-FFF2-40B4-BE49-F238E27FC236}">
                <a16:creationId xmlns:a16="http://schemas.microsoft.com/office/drawing/2014/main" id="{92419ADB-84C0-70E9-3783-E2E32D725010}"/>
              </a:ext>
            </a:extLst>
          </p:cNvPr>
          <p:cNvSpPr/>
          <p:nvPr/>
        </p:nvSpPr>
        <p:spPr>
          <a:xfrm rot="5400000">
            <a:off x="5815706" y="2747197"/>
            <a:ext cx="269931" cy="1476317"/>
          </a:xfrm>
          <a:prstGeom prst="rightBrace">
            <a:avLst>
              <a:gd name="adj1" fmla="val 99909"/>
              <a:gd name="adj2" fmla="val 50000"/>
            </a:avLst>
          </a:prstGeom>
          <a:ln w="285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78C0FFC-B819-E97E-3F96-FC5555619DD3}"/>
              </a:ext>
            </a:extLst>
          </p:cNvPr>
          <p:cNvSpPr txBox="1"/>
          <p:nvPr/>
        </p:nvSpPr>
        <p:spPr>
          <a:xfrm>
            <a:off x="6641248" y="4179963"/>
            <a:ext cx="126694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Chemical</a:t>
            </a:r>
          </a:p>
          <a:p>
            <a:pPr algn="ctr"/>
            <a:r>
              <a:rPr lang="en-US" sz="2000" dirty="0"/>
              <a:t>Reaction</a:t>
            </a:r>
            <a:endParaRPr lang="en-DE" sz="200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997632B-A320-70F9-51EC-1C6A09A6400F}"/>
              </a:ext>
            </a:extLst>
          </p:cNvPr>
          <p:cNvSpPr txBox="1"/>
          <p:nvPr/>
        </p:nvSpPr>
        <p:spPr>
          <a:xfrm>
            <a:off x="945901" y="2"/>
            <a:ext cx="35491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1D CNN</a:t>
            </a:r>
            <a:endParaRPr lang="en-DE" sz="2400" dirty="0"/>
          </a:p>
        </p:txBody>
      </p:sp>
      <p:sp>
        <p:nvSpPr>
          <p:cNvPr id="38" name="Right Brace 37">
            <a:extLst>
              <a:ext uri="{FF2B5EF4-FFF2-40B4-BE49-F238E27FC236}">
                <a16:creationId xmlns:a16="http://schemas.microsoft.com/office/drawing/2014/main" id="{98C4659C-0BDC-BEB9-38EF-D80B02FBEAC0}"/>
              </a:ext>
            </a:extLst>
          </p:cNvPr>
          <p:cNvSpPr/>
          <p:nvPr/>
        </p:nvSpPr>
        <p:spPr>
          <a:xfrm rot="5400000">
            <a:off x="4098469" y="1846905"/>
            <a:ext cx="215415" cy="6965808"/>
          </a:xfrm>
          <a:prstGeom prst="rightBrace">
            <a:avLst>
              <a:gd name="adj1" fmla="val 99909"/>
              <a:gd name="adj2" fmla="val 50000"/>
            </a:avLst>
          </a:prstGeom>
          <a:ln w="285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1BB5C22-6BC6-7CE4-2EFC-4A6191A9C298}"/>
              </a:ext>
            </a:extLst>
          </p:cNvPr>
          <p:cNvSpPr txBox="1"/>
          <p:nvPr/>
        </p:nvSpPr>
        <p:spPr>
          <a:xfrm>
            <a:off x="1383201" y="3699650"/>
            <a:ext cx="29795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Transport of Diluted Species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2B8DE9D-B9F2-E909-7880-C424BB7A0E9B}"/>
              </a:ext>
            </a:extLst>
          </p:cNvPr>
          <p:cNvSpPr txBox="1"/>
          <p:nvPr/>
        </p:nvSpPr>
        <p:spPr>
          <a:xfrm>
            <a:off x="5831852" y="5833937"/>
            <a:ext cx="20763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Microfluidic Circuit</a:t>
            </a:r>
          </a:p>
        </p:txBody>
      </p:sp>
      <p:cxnSp>
        <p:nvCxnSpPr>
          <p:cNvPr id="48" name="Gerade Verbindung mit Pfeil 47">
            <a:extLst>
              <a:ext uri="{FF2B5EF4-FFF2-40B4-BE49-F238E27FC236}">
                <a16:creationId xmlns:a16="http://schemas.microsoft.com/office/drawing/2014/main" id="{7E275037-D1CD-ACB0-FF59-D6C031D2DB61}"/>
              </a:ext>
            </a:extLst>
          </p:cNvPr>
          <p:cNvCxnSpPr>
            <a:cxnSpLocks/>
            <a:stCxn id="25" idx="3"/>
            <a:endCxn id="4" idx="0"/>
          </p:cNvCxnSpPr>
          <p:nvPr/>
        </p:nvCxnSpPr>
        <p:spPr>
          <a:xfrm>
            <a:off x="328503" y="2370948"/>
            <a:ext cx="2838906" cy="0"/>
          </a:xfrm>
          <a:prstGeom prst="straightConnector1">
            <a:avLst/>
          </a:prstGeom>
          <a:ln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55" name="Rechteck: abgerundete Ecken 54">
                <a:extLst>
                  <a:ext uri="{FF2B5EF4-FFF2-40B4-BE49-F238E27FC236}">
                    <a16:creationId xmlns:a16="http://schemas.microsoft.com/office/drawing/2014/main" id="{FBC20DD5-5D19-6612-4475-5A6C3CA4C893}"/>
                  </a:ext>
                </a:extLst>
              </p:cNvPr>
              <p:cNvSpPr/>
              <p:nvPr/>
            </p:nvSpPr>
            <p:spPr>
              <a:xfrm>
                <a:off x="1510582" y="1438107"/>
                <a:ext cx="714375" cy="425725"/>
              </a:xfrm>
              <a:prstGeom prst="roundRect">
                <a:avLst/>
              </a:prstGeom>
              <a:noFill/>
              <a:ln w="190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DE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p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-1</m:t>
                          </m:r>
                        </m:sup>
                      </m:sSup>
                    </m:oMath>
                  </m:oMathPara>
                </a14:m>
                <a:endParaRPr lang="en-DE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55" name="Rechteck: abgerundete Ecken 54">
                <a:extLst>
                  <a:ext uri="{FF2B5EF4-FFF2-40B4-BE49-F238E27FC236}">
                    <a16:creationId xmlns:a16="http://schemas.microsoft.com/office/drawing/2014/main" id="{FBC20DD5-5D19-6612-4475-5A6C3CA4C89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10582" y="1438107"/>
                <a:ext cx="714375" cy="425725"/>
              </a:xfrm>
              <a:prstGeom prst="roundRect">
                <a:avLst/>
              </a:prstGeom>
              <a:blipFill>
                <a:blip r:embed="rId10"/>
                <a:stretch>
                  <a:fillRect/>
                </a:stretch>
              </a:blipFill>
              <a:ln w="19050"/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6" name="Rechteck: abgerundete Ecken 55">
                <a:extLst>
                  <a:ext uri="{FF2B5EF4-FFF2-40B4-BE49-F238E27FC236}">
                    <a16:creationId xmlns:a16="http://schemas.microsoft.com/office/drawing/2014/main" id="{F066C9E4-E062-C8CA-4AF1-8A728EE0F344}"/>
                  </a:ext>
                </a:extLst>
              </p:cNvPr>
              <p:cNvSpPr/>
              <p:nvPr/>
            </p:nvSpPr>
            <p:spPr>
              <a:xfrm>
                <a:off x="1495189" y="694973"/>
                <a:ext cx="714375" cy="425725"/>
              </a:xfrm>
              <a:prstGeom prst="roundRect">
                <a:avLst/>
              </a:prstGeom>
              <a:noFill/>
              <a:ln w="190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DE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p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-2</m:t>
                          </m:r>
                        </m:sup>
                      </m:sSup>
                    </m:oMath>
                  </m:oMathPara>
                </a14:m>
                <a:endParaRPr lang="en-DE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56" name="Rechteck: abgerundete Ecken 55">
                <a:extLst>
                  <a:ext uri="{FF2B5EF4-FFF2-40B4-BE49-F238E27FC236}">
                    <a16:creationId xmlns:a16="http://schemas.microsoft.com/office/drawing/2014/main" id="{F066C9E4-E062-C8CA-4AF1-8A728EE0F34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95189" y="694973"/>
                <a:ext cx="714375" cy="425725"/>
              </a:xfrm>
              <a:prstGeom prst="roundRect">
                <a:avLst/>
              </a:prstGeom>
              <a:blipFill>
                <a:blip r:embed="rId11"/>
                <a:stretch>
                  <a:fillRect/>
                </a:stretch>
              </a:blipFill>
              <a:ln w="19050"/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0" name="Connector: Elbow 9">
            <a:extLst>
              <a:ext uri="{FF2B5EF4-FFF2-40B4-BE49-F238E27FC236}">
                <a16:creationId xmlns:a16="http://schemas.microsoft.com/office/drawing/2014/main" id="{804F180F-FAE1-5676-0EE2-1C8A26A1EF9F}"/>
              </a:ext>
            </a:extLst>
          </p:cNvPr>
          <p:cNvCxnSpPr>
            <a:cxnSpLocks/>
            <a:stCxn id="55" idx="3"/>
          </p:cNvCxnSpPr>
          <p:nvPr/>
        </p:nvCxnSpPr>
        <p:spPr>
          <a:xfrm>
            <a:off x="2224955" y="1650968"/>
            <a:ext cx="991052" cy="603616"/>
          </a:xfrm>
          <a:prstGeom prst="bentConnector3">
            <a:avLst>
              <a:gd name="adj1" fmla="val 91327"/>
            </a:avLst>
          </a:prstGeom>
          <a:ln w="22225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Connector: Elbow 9">
            <a:extLst>
              <a:ext uri="{FF2B5EF4-FFF2-40B4-BE49-F238E27FC236}">
                <a16:creationId xmlns:a16="http://schemas.microsoft.com/office/drawing/2014/main" id="{4B33E048-3A95-91F1-A6A7-0879FA8EFB15}"/>
              </a:ext>
            </a:extLst>
          </p:cNvPr>
          <p:cNvCxnSpPr>
            <a:cxnSpLocks/>
            <a:stCxn id="56" idx="3"/>
            <a:endCxn id="4" idx="6"/>
          </p:cNvCxnSpPr>
          <p:nvPr/>
        </p:nvCxnSpPr>
        <p:spPr>
          <a:xfrm>
            <a:off x="2209564" y="907836"/>
            <a:ext cx="1173047" cy="1252491"/>
          </a:xfrm>
          <a:prstGeom prst="bentConnector2">
            <a:avLst/>
          </a:prstGeom>
          <a:ln w="22225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Connector: Elbow 9">
            <a:extLst>
              <a:ext uri="{FF2B5EF4-FFF2-40B4-BE49-F238E27FC236}">
                <a16:creationId xmlns:a16="http://schemas.microsoft.com/office/drawing/2014/main" id="{3DCA41C2-D646-1C9E-1A02-7A26AFDDC0BD}"/>
              </a:ext>
            </a:extLst>
          </p:cNvPr>
          <p:cNvCxnSpPr>
            <a:cxnSpLocks/>
            <a:stCxn id="25" idx="0"/>
            <a:endCxn id="56" idx="1"/>
          </p:cNvCxnSpPr>
          <p:nvPr/>
        </p:nvCxnSpPr>
        <p:spPr>
          <a:xfrm rot="5400000" flipH="1" flipV="1">
            <a:off x="176652" y="898525"/>
            <a:ext cx="1309225" cy="1327849"/>
          </a:xfrm>
          <a:prstGeom prst="bentConnector2">
            <a:avLst/>
          </a:prstGeom>
          <a:ln w="22225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71" name="TextBox 22">
                <a:extLst>
                  <a:ext uri="{FF2B5EF4-FFF2-40B4-BE49-F238E27FC236}">
                    <a16:creationId xmlns:a16="http://schemas.microsoft.com/office/drawing/2014/main" id="{21AF448F-24CA-AD19-86F8-0B5AA2719550}"/>
                  </a:ext>
                </a:extLst>
              </p:cNvPr>
              <p:cNvSpPr txBox="1"/>
              <p:nvPr/>
            </p:nvSpPr>
            <p:spPr>
              <a:xfrm>
                <a:off x="2434019" y="720555"/>
                <a:ext cx="490647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DE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  <m:r>
                            <a:rPr lang="en-GB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-2</m:t>
                          </m:r>
                        </m:sub>
                      </m:sSub>
                    </m:oMath>
                  </m:oMathPara>
                </a14:m>
                <a:endParaRPr lang="en-DE" sz="2000" dirty="0"/>
              </a:p>
            </p:txBody>
          </p:sp>
        </mc:Choice>
        <mc:Fallback>
          <p:sp>
            <p:nvSpPr>
              <p:cNvPr id="71" name="TextBox 22">
                <a:extLst>
                  <a:ext uri="{FF2B5EF4-FFF2-40B4-BE49-F238E27FC236}">
                    <a16:creationId xmlns:a16="http://schemas.microsoft.com/office/drawing/2014/main" id="{21AF448F-24CA-AD19-86F8-0B5AA27195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34019" y="720555"/>
                <a:ext cx="490647" cy="307777"/>
              </a:xfrm>
              <a:prstGeom prst="rect">
                <a:avLst/>
              </a:prstGeom>
              <a:blipFill>
                <a:blip r:embed="rId12"/>
                <a:stretch>
                  <a:fillRect l="-6173" r="-2469" b="-13725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C9EB93C2-1618-A31A-4550-C60ED3B7F149}"/>
                  </a:ext>
                </a:extLst>
              </p:cNvPr>
              <p:cNvSpPr txBox="1"/>
              <p:nvPr/>
            </p:nvSpPr>
            <p:spPr>
              <a:xfrm>
                <a:off x="2407566" y="1488240"/>
                <a:ext cx="490647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DE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  <m:r>
                            <a:rPr lang="en-GB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-1</m:t>
                          </m:r>
                        </m:sub>
                      </m:sSub>
                    </m:oMath>
                  </m:oMathPara>
                </a14:m>
                <a:endParaRPr lang="en-DE" sz="2000" dirty="0"/>
              </a:p>
            </p:txBody>
          </p:sp>
        </mc:Choice>
        <mc:Fallback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C9EB93C2-1618-A31A-4550-C60ED3B7F1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07566" y="1488240"/>
                <a:ext cx="490647" cy="307777"/>
              </a:xfrm>
              <a:prstGeom prst="rect">
                <a:avLst/>
              </a:prstGeom>
              <a:blipFill>
                <a:blip r:embed="rId13"/>
                <a:stretch>
                  <a:fillRect l="-7500" r="-3750" b="-13725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5" name="Group 1151">
            <a:extLst>
              <a:ext uri="{FF2B5EF4-FFF2-40B4-BE49-F238E27FC236}">
                <a16:creationId xmlns:a16="http://schemas.microsoft.com/office/drawing/2014/main" id="{4E0064A1-A965-97FF-1F2E-5B5BC7D363E5}"/>
              </a:ext>
            </a:extLst>
          </p:cNvPr>
          <p:cNvGrpSpPr>
            <a:grpSpLocks noChangeAspect="1"/>
          </p:cNvGrpSpPr>
          <p:nvPr/>
        </p:nvGrpSpPr>
        <p:grpSpPr>
          <a:xfrm>
            <a:off x="2439093" y="5473597"/>
            <a:ext cx="3238758" cy="1303047"/>
            <a:chOff x="2364325" y="1841630"/>
            <a:chExt cx="7096125" cy="2854974"/>
          </a:xfrm>
        </p:grpSpPr>
        <p:sp>
          <p:nvSpPr>
            <p:cNvPr id="76" name="Cube 1116">
              <a:extLst>
                <a:ext uri="{FF2B5EF4-FFF2-40B4-BE49-F238E27FC236}">
                  <a16:creationId xmlns:a16="http://schemas.microsoft.com/office/drawing/2014/main" id="{758AC324-04E6-9D1A-C821-05D58BD92753}"/>
                </a:ext>
              </a:extLst>
            </p:cNvPr>
            <p:cNvSpPr/>
            <p:nvPr/>
          </p:nvSpPr>
          <p:spPr>
            <a:xfrm rot="20792938" flipH="1">
              <a:off x="2460043" y="2682735"/>
              <a:ext cx="6900983" cy="1668630"/>
            </a:xfrm>
            <a:prstGeom prst="cube">
              <a:avLst>
                <a:gd name="adj" fmla="val 95683"/>
              </a:avLst>
            </a:prstGeom>
            <a:solidFill>
              <a:schemeClr val="accent2">
                <a:lumMod val="20000"/>
                <a:lumOff val="80000"/>
                <a:alpha val="26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7" name="Straight Connector 1105">
              <a:extLst>
                <a:ext uri="{FF2B5EF4-FFF2-40B4-BE49-F238E27FC236}">
                  <a16:creationId xmlns:a16="http://schemas.microsoft.com/office/drawing/2014/main" id="{3C56B6EC-B50B-96EF-895E-E73A7B88C2C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53882" y="3252810"/>
              <a:ext cx="861897" cy="18967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1108">
              <a:extLst>
                <a:ext uri="{FF2B5EF4-FFF2-40B4-BE49-F238E27FC236}">
                  <a16:creationId xmlns:a16="http://schemas.microsoft.com/office/drawing/2014/main" id="{CBB50D56-FFF4-286B-E9A8-4040EFC6D32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20398" y="3169560"/>
              <a:ext cx="861897" cy="18967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5">
              <a:extLst>
                <a:ext uri="{FF2B5EF4-FFF2-40B4-BE49-F238E27FC236}">
                  <a16:creationId xmlns:a16="http://schemas.microsoft.com/office/drawing/2014/main" id="{1430CEF7-B6B5-8155-108F-05E6B36573B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01267" y="3712112"/>
              <a:ext cx="690843" cy="176329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1094">
              <a:extLst>
                <a:ext uri="{FF2B5EF4-FFF2-40B4-BE49-F238E27FC236}">
                  <a16:creationId xmlns:a16="http://schemas.microsoft.com/office/drawing/2014/main" id="{862BC49F-F775-39C7-EAF7-918E42BCB71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43779" y="3801467"/>
              <a:ext cx="663436" cy="16273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81" name="Group 1088">
              <a:extLst>
                <a:ext uri="{FF2B5EF4-FFF2-40B4-BE49-F238E27FC236}">
                  <a16:creationId xmlns:a16="http://schemas.microsoft.com/office/drawing/2014/main" id="{37995DC8-5C1D-1531-3454-FC669011F1E8}"/>
                </a:ext>
              </a:extLst>
            </p:cNvPr>
            <p:cNvGrpSpPr/>
            <p:nvPr/>
          </p:nvGrpSpPr>
          <p:grpSpPr>
            <a:xfrm rot="20638310">
              <a:off x="5259964" y="2767319"/>
              <a:ext cx="1298900" cy="873346"/>
              <a:chOff x="5064759" y="3845912"/>
              <a:chExt cx="1298900" cy="873346"/>
            </a:xfrm>
          </p:grpSpPr>
          <p:grpSp>
            <p:nvGrpSpPr>
              <p:cNvPr id="96" name="Group 1065">
                <a:extLst>
                  <a:ext uri="{FF2B5EF4-FFF2-40B4-BE49-F238E27FC236}">
                    <a16:creationId xmlns:a16="http://schemas.microsoft.com/office/drawing/2014/main" id="{F8C78A13-9B8A-566E-E968-369EDADA6954}"/>
                  </a:ext>
                </a:extLst>
              </p:cNvPr>
              <p:cNvGrpSpPr/>
              <p:nvPr/>
            </p:nvGrpSpPr>
            <p:grpSpPr>
              <a:xfrm>
                <a:off x="5064759" y="3847008"/>
                <a:ext cx="164424" cy="871154"/>
                <a:chOff x="5155247" y="3327896"/>
                <a:chExt cx="164424" cy="871154"/>
              </a:xfrm>
            </p:grpSpPr>
            <p:cxnSp>
              <p:nvCxnSpPr>
                <p:cNvPr id="118" name="Connector: Curved 1056">
                  <a:extLst>
                    <a:ext uri="{FF2B5EF4-FFF2-40B4-BE49-F238E27FC236}">
                      <a16:creationId xmlns:a16="http://schemas.microsoft.com/office/drawing/2014/main" id="{DF144F94-8439-D95C-9884-C928C36ED78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5155250" y="3418388"/>
                  <a:ext cx="164421" cy="780662"/>
                </a:xfrm>
                <a:prstGeom prst="curvedConnector3">
                  <a:avLst>
                    <a:gd name="adj1" fmla="val 50000"/>
                  </a:avLst>
                </a:prstGeom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9" name="Connector: Curved 1061">
                  <a:extLst>
                    <a:ext uri="{FF2B5EF4-FFF2-40B4-BE49-F238E27FC236}">
                      <a16:creationId xmlns:a16="http://schemas.microsoft.com/office/drawing/2014/main" id="{9378733C-7738-7F64-0A56-0E4BE9884B0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5155247" y="3327896"/>
                  <a:ext cx="164421" cy="780662"/>
                </a:xfrm>
                <a:prstGeom prst="curvedConnector3">
                  <a:avLst>
                    <a:gd name="adj1" fmla="val 23932"/>
                  </a:avLst>
                </a:prstGeom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97" name="Group 1066">
                <a:extLst>
                  <a:ext uri="{FF2B5EF4-FFF2-40B4-BE49-F238E27FC236}">
                    <a16:creationId xmlns:a16="http://schemas.microsoft.com/office/drawing/2014/main" id="{979BF18A-4A6B-5E16-592E-EDCDDF0DE4C0}"/>
                  </a:ext>
                </a:extLst>
              </p:cNvPr>
              <p:cNvGrpSpPr/>
              <p:nvPr/>
            </p:nvGrpSpPr>
            <p:grpSpPr>
              <a:xfrm flipH="1">
                <a:off x="5227414" y="3848104"/>
                <a:ext cx="164424" cy="871154"/>
                <a:chOff x="5155247" y="3327896"/>
                <a:chExt cx="164424" cy="871154"/>
              </a:xfrm>
            </p:grpSpPr>
            <p:cxnSp>
              <p:nvCxnSpPr>
                <p:cNvPr id="116" name="Connector: Curved 1067">
                  <a:extLst>
                    <a:ext uri="{FF2B5EF4-FFF2-40B4-BE49-F238E27FC236}">
                      <a16:creationId xmlns:a16="http://schemas.microsoft.com/office/drawing/2014/main" id="{FB8675B5-0BD9-B835-2A78-3C27008E30B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5155250" y="3418388"/>
                  <a:ext cx="164421" cy="780662"/>
                </a:xfrm>
                <a:prstGeom prst="curvedConnector3">
                  <a:avLst>
                    <a:gd name="adj1" fmla="val 50000"/>
                  </a:avLst>
                </a:prstGeom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7" name="Connector: Curved 1068">
                  <a:extLst>
                    <a:ext uri="{FF2B5EF4-FFF2-40B4-BE49-F238E27FC236}">
                      <a16:creationId xmlns:a16="http://schemas.microsoft.com/office/drawing/2014/main" id="{E2441824-23EB-974F-41DF-3921713542B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5155247" y="3327896"/>
                  <a:ext cx="164421" cy="780662"/>
                </a:xfrm>
                <a:prstGeom prst="curvedConnector3">
                  <a:avLst>
                    <a:gd name="adj1" fmla="val 23932"/>
                  </a:avLst>
                </a:prstGeom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98" name="Group 1069">
                <a:extLst>
                  <a:ext uri="{FF2B5EF4-FFF2-40B4-BE49-F238E27FC236}">
                    <a16:creationId xmlns:a16="http://schemas.microsoft.com/office/drawing/2014/main" id="{D3D78FC8-9135-A6F9-0551-A453B431A691}"/>
                  </a:ext>
                </a:extLst>
              </p:cNvPr>
              <p:cNvGrpSpPr/>
              <p:nvPr/>
            </p:nvGrpSpPr>
            <p:grpSpPr>
              <a:xfrm>
                <a:off x="5391832" y="3847008"/>
                <a:ext cx="164424" cy="871154"/>
                <a:chOff x="5155247" y="3327896"/>
                <a:chExt cx="164424" cy="871154"/>
              </a:xfrm>
            </p:grpSpPr>
            <p:cxnSp>
              <p:nvCxnSpPr>
                <p:cNvPr id="114" name="Connector: Curved 1070">
                  <a:extLst>
                    <a:ext uri="{FF2B5EF4-FFF2-40B4-BE49-F238E27FC236}">
                      <a16:creationId xmlns:a16="http://schemas.microsoft.com/office/drawing/2014/main" id="{AFB8AD86-ECF8-41E9-3B62-27446734B64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5155250" y="3418388"/>
                  <a:ext cx="164421" cy="780662"/>
                </a:xfrm>
                <a:prstGeom prst="curvedConnector3">
                  <a:avLst>
                    <a:gd name="adj1" fmla="val 50000"/>
                  </a:avLst>
                </a:prstGeom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5" name="Connector: Curved 1071">
                  <a:extLst>
                    <a:ext uri="{FF2B5EF4-FFF2-40B4-BE49-F238E27FC236}">
                      <a16:creationId xmlns:a16="http://schemas.microsoft.com/office/drawing/2014/main" id="{74BEB9F4-C816-9C35-C443-98D392889A3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5155247" y="3327896"/>
                  <a:ext cx="164421" cy="780662"/>
                </a:xfrm>
                <a:prstGeom prst="curvedConnector3">
                  <a:avLst>
                    <a:gd name="adj1" fmla="val 23932"/>
                  </a:avLst>
                </a:prstGeom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99" name="Group 1072">
                <a:extLst>
                  <a:ext uri="{FF2B5EF4-FFF2-40B4-BE49-F238E27FC236}">
                    <a16:creationId xmlns:a16="http://schemas.microsoft.com/office/drawing/2014/main" id="{AA6283F9-96C6-C1D0-E142-34483AA2446A}"/>
                  </a:ext>
                </a:extLst>
              </p:cNvPr>
              <p:cNvGrpSpPr/>
              <p:nvPr/>
            </p:nvGrpSpPr>
            <p:grpSpPr>
              <a:xfrm flipH="1">
                <a:off x="5554487" y="3848104"/>
                <a:ext cx="164424" cy="871154"/>
                <a:chOff x="5155247" y="3327896"/>
                <a:chExt cx="164424" cy="871154"/>
              </a:xfrm>
            </p:grpSpPr>
            <p:cxnSp>
              <p:nvCxnSpPr>
                <p:cNvPr id="112" name="Connector: Curved 1073">
                  <a:extLst>
                    <a:ext uri="{FF2B5EF4-FFF2-40B4-BE49-F238E27FC236}">
                      <a16:creationId xmlns:a16="http://schemas.microsoft.com/office/drawing/2014/main" id="{45782E18-3B0E-15F8-6124-EDA143E2CDD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5155250" y="3418388"/>
                  <a:ext cx="164421" cy="780662"/>
                </a:xfrm>
                <a:prstGeom prst="curvedConnector3">
                  <a:avLst>
                    <a:gd name="adj1" fmla="val 50000"/>
                  </a:avLst>
                </a:prstGeom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3" name="Connector: Curved 1074">
                  <a:extLst>
                    <a:ext uri="{FF2B5EF4-FFF2-40B4-BE49-F238E27FC236}">
                      <a16:creationId xmlns:a16="http://schemas.microsoft.com/office/drawing/2014/main" id="{1211B596-71B0-3510-3A96-5FA6B56AD2C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5155247" y="3327896"/>
                  <a:ext cx="164421" cy="780662"/>
                </a:xfrm>
                <a:prstGeom prst="curvedConnector3">
                  <a:avLst>
                    <a:gd name="adj1" fmla="val 23932"/>
                  </a:avLst>
                </a:prstGeom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00" name="Group 1075">
                <a:extLst>
                  <a:ext uri="{FF2B5EF4-FFF2-40B4-BE49-F238E27FC236}">
                    <a16:creationId xmlns:a16="http://schemas.microsoft.com/office/drawing/2014/main" id="{61CFD3C4-46B8-9DC0-B0DA-39B4BC4AC3EE}"/>
                  </a:ext>
                </a:extLst>
              </p:cNvPr>
              <p:cNvGrpSpPr/>
              <p:nvPr/>
            </p:nvGrpSpPr>
            <p:grpSpPr>
              <a:xfrm>
                <a:off x="5718902" y="3847008"/>
                <a:ext cx="164424" cy="871154"/>
                <a:chOff x="5155247" y="3327896"/>
                <a:chExt cx="164424" cy="871154"/>
              </a:xfrm>
            </p:grpSpPr>
            <p:cxnSp>
              <p:nvCxnSpPr>
                <p:cNvPr id="110" name="Connector: Curved 1076">
                  <a:extLst>
                    <a:ext uri="{FF2B5EF4-FFF2-40B4-BE49-F238E27FC236}">
                      <a16:creationId xmlns:a16="http://schemas.microsoft.com/office/drawing/2014/main" id="{0B3C2FD2-EACF-F9D9-BB33-74FB4A3363B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5155250" y="3418388"/>
                  <a:ext cx="164421" cy="780662"/>
                </a:xfrm>
                <a:prstGeom prst="curvedConnector3">
                  <a:avLst>
                    <a:gd name="adj1" fmla="val 50000"/>
                  </a:avLst>
                </a:prstGeom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1" name="Connector: Curved 1077">
                  <a:extLst>
                    <a:ext uri="{FF2B5EF4-FFF2-40B4-BE49-F238E27FC236}">
                      <a16:creationId xmlns:a16="http://schemas.microsoft.com/office/drawing/2014/main" id="{EBE0299E-F120-FF9B-62F0-D0F78C986DD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5155247" y="3327896"/>
                  <a:ext cx="164421" cy="780662"/>
                </a:xfrm>
                <a:prstGeom prst="curvedConnector3">
                  <a:avLst>
                    <a:gd name="adj1" fmla="val 23932"/>
                  </a:avLst>
                </a:prstGeom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01" name="Group 1078">
                <a:extLst>
                  <a:ext uri="{FF2B5EF4-FFF2-40B4-BE49-F238E27FC236}">
                    <a16:creationId xmlns:a16="http://schemas.microsoft.com/office/drawing/2014/main" id="{3E69C5E4-6CB5-C0C3-0201-58B51824564F}"/>
                  </a:ext>
                </a:extLst>
              </p:cNvPr>
              <p:cNvGrpSpPr/>
              <p:nvPr/>
            </p:nvGrpSpPr>
            <p:grpSpPr>
              <a:xfrm flipH="1">
                <a:off x="5881557" y="3848104"/>
                <a:ext cx="164424" cy="871154"/>
                <a:chOff x="5155247" y="3327896"/>
                <a:chExt cx="164424" cy="871154"/>
              </a:xfrm>
            </p:grpSpPr>
            <p:cxnSp>
              <p:nvCxnSpPr>
                <p:cNvPr id="108" name="Connector: Curved 1079">
                  <a:extLst>
                    <a:ext uri="{FF2B5EF4-FFF2-40B4-BE49-F238E27FC236}">
                      <a16:creationId xmlns:a16="http://schemas.microsoft.com/office/drawing/2014/main" id="{38A92321-8FCC-5C98-9ECE-9E31AC2B930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5155250" y="3418388"/>
                  <a:ext cx="164421" cy="780662"/>
                </a:xfrm>
                <a:prstGeom prst="curvedConnector3">
                  <a:avLst>
                    <a:gd name="adj1" fmla="val 50000"/>
                  </a:avLst>
                </a:prstGeom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9" name="Connector: Curved 1080">
                  <a:extLst>
                    <a:ext uri="{FF2B5EF4-FFF2-40B4-BE49-F238E27FC236}">
                      <a16:creationId xmlns:a16="http://schemas.microsoft.com/office/drawing/2014/main" id="{EAB4717B-0DF5-52A9-A6A3-F06F5AF4CC2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5155247" y="3327896"/>
                  <a:ext cx="164421" cy="780662"/>
                </a:xfrm>
                <a:prstGeom prst="curvedConnector3">
                  <a:avLst>
                    <a:gd name="adj1" fmla="val 23932"/>
                  </a:avLst>
                </a:prstGeom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02" name="Group 1081">
                <a:extLst>
                  <a:ext uri="{FF2B5EF4-FFF2-40B4-BE49-F238E27FC236}">
                    <a16:creationId xmlns:a16="http://schemas.microsoft.com/office/drawing/2014/main" id="{7C46BE3B-9845-4DB4-7150-20FAFCF8767F}"/>
                  </a:ext>
                </a:extLst>
              </p:cNvPr>
              <p:cNvGrpSpPr/>
              <p:nvPr/>
            </p:nvGrpSpPr>
            <p:grpSpPr>
              <a:xfrm>
                <a:off x="6044200" y="3845912"/>
                <a:ext cx="164424" cy="871154"/>
                <a:chOff x="5155247" y="3327896"/>
                <a:chExt cx="164424" cy="871154"/>
              </a:xfrm>
            </p:grpSpPr>
            <p:cxnSp>
              <p:nvCxnSpPr>
                <p:cNvPr id="106" name="Connector: Curved 1082">
                  <a:extLst>
                    <a:ext uri="{FF2B5EF4-FFF2-40B4-BE49-F238E27FC236}">
                      <a16:creationId xmlns:a16="http://schemas.microsoft.com/office/drawing/2014/main" id="{EF566A3F-E554-2E48-EBEF-559EA1DC70C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5155250" y="3418388"/>
                  <a:ext cx="164421" cy="780662"/>
                </a:xfrm>
                <a:prstGeom prst="curvedConnector3">
                  <a:avLst>
                    <a:gd name="adj1" fmla="val 50000"/>
                  </a:avLst>
                </a:prstGeom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7" name="Connector: Curved 1083">
                  <a:extLst>
                    <a:ext uri="{FF2B5EF4-FFF2-40B4-BE49-F238E27FC236}">
                      <a16:creationId xmlns:a16="http://schemas.microsoft.com/office/drawing/2014/main" id="{5B80DE4C-64AA-6F21-AA2F-23C23DED7C4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5155247" y="3327896"/>
                  <a:ext cx="164421" cy="780662"/>
                </a:xfrm>
                <a:prstGeom prst="curvedConnector3">
                  <a:avLst>
                    <a:gd name="adj1" fmla="val 23932"/>
                  </a:avLst>
                </a:prstGeom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03" name="Group 1084">
                <a:extLst>
                  <a:ext uri="{FF2B5EF4-FFF2-40B4-BE49-F238E27FC236}">
                    <a16:creationId xmlns:a16="http://schemas.microsoft.com/office/drawing/2014/main" id="{5BE798E3-F834-7BD3-B1D0-AA4984179530}"/>
                  </a:ext>
                </a:extLst>
              </p:cNvPr>
              <p:cNvGrpSpPr/>
              <p:nvPr/>
            </p:nvGrpSpPr>
            <p:grpSpPr>
              <a:xfrm flipH="1">
                <a:off x="6199235" y="3847008"/>
                <a:ext cx="164424" cy="871154"/>
                <a:chOff x="5155247" y="3327896"/>
                <a:chExt cx="164424" cy="871154"/>
              </a:xfrm>
            </p:grpSpPr>
            <p:cxnSp>
              <p:nvCxnSpPr>
                <p:cNvPr id="104" name="Connector: Curved 1086">
                  <a:extLst>
                    <a:ext uri="{FF2B5EF4-FFF2-40B4-BE49-F238E27FC236}">
                      <a16:creationId xmlns:a16="http://schemas.microsoft.com/office/drawing/2014/main" id="{55B52EBE-D3D6-3883-F96A-F8B967C2315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5155250" y="3418388"/>
                  <a:ext cx="164421" cy="780662"/>
                </a:xfrm>
                <a:prstGeom prst="curvedConnector3">
                  <a:avLst>
                    <a:gd name="adj1" fmla="val 50000"/>
                  </a:avLst>
                </a:prstGeom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5" name="Connector: Curved 1087">
                  <a:extLst>
                    <a:ext uri="{FF2B5EF4-FFF2-40B4-BE49-F238E27FC236}">
                      <a16:creationId xmlns:a16="http://schemas.microsoft.com/office/drawing/2014/main" id="{264CAD98-BFED-4F2F-84CC-39BF7D732A5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5155247" y="3327896"/>
                  <a:ext cx="164421" cy="780662"/>
                </a:xfrm>
                <a:prstGeom prst="curvedConnector3">
                  <a:avLst>
                    <a:gd name="adj1" fmla="val 23932"/>
                  </a:avLst>
                </a:prstGeom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82" name="Group 1110">
              <a:extLst>
                <a:ext uri="{FF2B5EF4-FFF2-40B4-BE49-F238E27FC236}">
                  <a16:creationId xmlns:a16="http://schemas.microsoft.com/office/drawing/2014/main" id="{525B6414-AC27-E559-433E-2548B72ADEB3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3911118" y="3310988"/>
              <a:ext cx="840885" cy="773308"/>
              <a:chOff x="1970191" y="2669338"/>
              <a:chExt cx="914400" cy="1519324"/>
            </a:xfrm>
          </p:grpSpPr>
          <p:sp>
            <p:nvSpPr>
              <p:cNvPr id="94" name="Oval 1111">
                <a:extLst>
                  <a:ext uri="{FF2B5EF4-FFF2-40B4-BE49-F238E27FC236}">
                    <a16:creationId xmlns:a16="http://schemas.microsoft.com/office/drawing/2014/main" id="{1F0F4A22-528D-F369-245F-7975B91CD5B8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970191" y="3681413"/>
                <a:ext cx="914400" cy="507249"/>
              </a:xfrm>
              <a:prstGeom prst="ellipse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5" name="Flowchart: Magnetic Disk 1112">
                <a:extLst>
                  <a:ext uri="{FF2B5EF4-FFF2-40B4-BE49-F238E27FC236}">
                    <a16:creationId xmlns:a16="http://schemas.microsoft.com/office/drawing/2014/main" id="{7C60A15D-6424-32AD-94A3-C99FA624030A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970191" y="2669338"/>
                <a:ext cx="914400" cy="1519324"/>
              </a:xfrm>
              <a:prstGeom prst="flowChartMagneticDisk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83" name="Group 1120">
              <a:extLst>
                <a:ext uri="{FF2B5EF4-FFF2-40B4-BE49-F238E27FC236}">
                  <a16:creationId xmlns:a16="http://schemas.microsoft.com/office/drawing/2014/main" id="{3D11979C-AF65-5A10-AA3E-EC0C1225C37C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7467118" y="2580626"/>
              <a:ext cx="840885" cy="735319"/>
              <a:chOff x="1970191" y="2669338"/>
              <a:chExt cx="914400" cy="1519324"/>
            </a:xfrm>
          </p:grpSpPr>
          <p:sp>
            <p:nvSpPr>
              <p:cNvPr id="92" name="Oval 1121">
                <a:extLst>
                  <a:ext uri="{FF2B5EF4-FFF2-40B4-BE49-F238E27FC236}">
                    <a16:creationId xmlns:a16="http://schemas.microsoft.com/office/drawing/2014/main" id="{D5E0CCA9-D4E5-4FF8-2876-B16D080B7F8D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970191" y="3681413"/>
                <a:ext cx="914400" cy="507249"/>
              </a:xfrm>
              <a:prstGeom prst="ellipse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3" name="Flowchart: Magnetic Disk 1122">
                <a:extLst>
                  <a:ext uri="{FF2B5EF4-FFF2-40B4-BE49-F238E27FC236}">
                    <a16:creationId xmlns:a16="http://schemas.microsoft.com/office/drawing/2014/main" id="{2DDAAAF3-6F05-E1D7-1B0A-D3F4A0411850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970191" y="2669338"/>
                <a:ext cx="914400" cy="1519324"/>
              </a:xfrm>
              <a:prstGeom prst="flowChartMagneticDisk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84" name="Straight Connector 1128">
              <a:extLst>
                <a:ext uri="{FF2B5EF4-FFF2-40B4-BE49-F238E27FC236}">
                  <a16:creationId xmlns:a16="http://schemas.microsoft.com/office/drawing/2014/main" id="{4BCCEF19-DB07-40EF-1F48-68D931097AB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508747" y="1841630"/>
              <a:ext cx="7032" cy="436619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1125">
              <a:extLst>
                <a:ext uri="{FF2B5EF4-FFF2-40B4-BE49-F238E27FC236}">
                  <a16:creationId xmlns:a16="http://schemas.microsoft.com/office/drawing/2014/main" id="{CE59DF33-A4D9-6E8B-4839-B09C6C46EFA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449221" y="3100207"/>
              <a:ext cx="8379" cy="390609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1126">
              <a:extLst>
                <a:ext uri="{FF2B5EF4-FFF2-40B4-BE49-F238E27FC236}">
                  <a16:creationId xmlns:a16="http://schemas.microsoft.com/office/drawing/2014/main" id="{22935348-E952-7554-A476-79448CDC9F8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83171" y="4290029"/>
              <a:ext cx="17196" cy="406575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1127">
              <a:extLst>
                <a:ext uri="{FF2B5EF4-FFF2-40B4-BE49-F238E27FC236}">
                  <a16:creationId xmlns:a16="http://schemas.microsoft.com/office/drawing/2014/main" id="{6BCBD6E0-A3F7-DCA9-D6C6-48613F12158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365247" y="3067384"/>
              <a:ext cx="4189" cy="449666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1130">
              <a:extLst>
                <a:ext uri="{FF2B5EF4-FFF2-40B4-BE49-F238E27FC236}">
                  <a16:creationId xmlns:a16="http://schemas.microsoft.com/office/drawing/2014/main" id="{0971F8B0-F270-295A-3651-C096B6293DAB}"/>
                </a:ext>
              </a:extLst>
            </p:cNvPr>
            <p:cNvCxnSpPr/>
            <p:nvPr/>
          </p:nvCxnSpPr>
          <p:spPr>
            <a:xfrm flipV="1">
              <a:off x="4283171" y="3105934"/>
              <a:ext cx="5177279" cy="1199124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1131">
              <a:extLst>
                <a:ext uri="{FF2B5EF4-FFF2-40B4-BE49-F238E27FC236}">
                  <a16:creationId xmlns:a16="http://schemas.microsoft.com/office/drawing/2014/main" id="{8C187AD4-5EB3-7147-BB92-BF72F5FB5C2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508747" y="1841630"/>
              <a:ext cx="1951703" cy="1258577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1134">
              <a:extLst>
                <a:ext uri="{FF2B5EF4-FFF2-40B4-BE49-F238E27FC236}">
                  <a16:creationId xmlns:a16="http://schemas.microsoft.com/office/drawing/2014/main" id="{915579AB-D77E-0DBC-E43A-D6BC5023F83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364325" y="1841630"/>
              <a:ext cx="5152801" cy="1245774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1137">
              <a:extLst>
                <a:ext uri="{FF2B5EF4-FFF2-40B4-BE49-F238E27FC236}">
                  <a16:creationId xmlns:a16="http://schemas.microsoft.com/office/drawing/2014/main" id="{3F08C3FA-602F-AC19-B2D1-8DEA3336FEB0}"/>
                </a:ext>
              </a:extLst>
            </p:cNvPr>
            <p:cNvCxnSpPr>
              <a:cxnSpLocks/>
            </p:cNvCxnSpPr>
            <p:nvPr/>
          </p:nvCxnSpPr>
          <p:spPr>
            <a:xfrm>
              <a:off x="2369436" y="3100207"/>
              <a:ext cx="1922114" cy="1192151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0" name="Rechteck 119">
            <a:extLst>
              <a:ext uri="{FF2B5EF4-FFF2-40B4-BE49-F238E27FC236}">
                <a16:creationId xmlns:a16="http://schemas.microsoft.com/office/drawing/2014/main" id="{397232A4-0D31-E300-C2F5-9DD7454E6C23}"/>
              </a:ext>
            </a:extLst>
          </p:cNvPr>
          <p:cNvSpPr/>
          <p:nvPr/>
        </p:nvSpPr>
        <p:spPr>
          <a:xfrm>
            <a:off x="884503" y="4208826"/>
            <a:ext cx="3994492" cy="834526"/>
          </a:xfrm>
          <a:prstGeom prst="rect">
            <a:avLst/>
          </a:prstGeom>
          <a:gradFill flip="none" rotWithShape="1">
            <a:gsLst>
              <a:gs pos="0">
                <a:schemeClr val="accent2">
                  <a:lumMod val="20000"/>
                  <a:lumOff val="80000"/>
                </a:schemeClr>
              </a:gs>
              <a:gs pos="51000">
                <a:schemeClr val="accent2">
                  <a:lumMod val="60000"/>
                  <a:lumOff val="40000"/>
                </a:schemeClr>
              </a:gs>
              <a:gs pos="26000">
                <a:schemeClr val="accent2">
                  <a:lumMod val="40000"/>
                  <a:lumOff val="60000"/>
                </a:schemeClr>
              </a:gs>
              <a:gs pos="100000">
                <a:schemeClr val="accent2">
                  <a:lumMod val="75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121" name="Bogen 120">
            <a:extLst>
              <a:ext uri="{FF2B5EF4-FFF2-40B4-BE49-F238E27FC236}">
                <a16:creationId xmlns:a16="http://schemas.microsoft.com/office/drawing/2014/main" id="{C5F4A38C-0B7A-1F58-17C2-0AFB84AE1BE5}"/>
              </a:ext>
            </a:extLst>
          </p:cNvPr>
          <p:cNvSpPr/>
          <p:nvPr/>
        </p:nvSpPr>
        <p:spPr>
          <a:xfrm>
            <a:off x="721366" y="4208826"/>
            <a:ext cx="941545" cy="834526"/>
          </a:xfrm>
          <a:prstGeom prst="arc">
            <a:avLst>
              <a:gd name="adj1" fmla="val 16458577"/>
              <a:gd name="adj2" fmla="val 5187811"/>
            </a:avLst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cxnSp>
        <p:nvCxnSpPr>
          <p:cNvPr id="123" name="Gerade Verbindung mit Pfeil 122">
            <a:extLst>
              <a:ext uri="{FF2B5EF4-FFF2-40B4-BE49-F238E27FC236}">
                <a16:creationId xmlns:a16="http://schemas.microsoft.com/office/drawing/2014/main" id="{066B2F54-59A1-1DE3-7531-F07CA4BB6BDF}"/>
              </a:ext>
            </a:extLst>
          </p:cNvPr>
          <p:cNvCxnSpPr/>
          <p:nvPr/>
        </p:nvCxnSpPr>
        <p:spPr>
          <a:xfrm>
            <a:off x="1674471" y="4640105"/>
            <a:ext cx="37150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Gerade Verbindung mit Pfeil 123">
            <a:extLst>
              <a:ext uri="{FF2B5EF4-FFF2-40B4-BE49-F238E27FC236}">
                <a16:creationId xmlns:a16="http://schemas.microsoft.com/office/drawing/2014/main" id="{E826BA7A-5A82-69FB-B8E5-B7BF87150126}"/>
              </a:ext>
            </a:extLst>
          </p:cNvPr>
          <p:cNvCxnSpPr/>
          <p:nvPr/>
        </p:nvCxnSpPr>
        <p:spPr>
          <a:xfrm>
            <a:off x="1610463" y="4800254"/>
            <a:ext cx="25200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Gerade Verbindung mit Pfeil 124">
            <a:extLst>
              <a:ext uri="{FF2B5EF4-FFF2-40B4-BE49-F238E27FC236}">
                <a16:creationId xmlns:a16="http://schemas.microsoft.com/office/drawing/2014/main" id="{6EC611C5-93E4-86C5-AE2B-E22E5D8C7AF2}"/>
              </a:ext>
            </a:extLst>
          </p:cNvPr>
          <p:cNvCxnSpPr/>
          <p:nvPr/>
        </p:nvCxnSpPr>
        <p:spPr>
          <a:xfrm>
            <a:off x="1631468" y="4479956"/>
            <a:ext cx="25200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Gerade Verbindung mit Pfeil 125">
            <a:extLst>
              <a:ext uri="{FF2B5EF4-FFF2-40B4-BE49-F238E27FC236}">
                <a16:creationId xmlns:a16="http://schemas.microsoft.com/office/drawing/2014/main" id="{8E9DD028-69FE-4A09-CCE8-DEDD9439BF57}"/>
              </a:ext>
            </a:extLst>
          </p:cNvPr>
          <p:cNvCxnSpPr/>
          <p:nvPr/>
        </p:nvCxnSpPr>
        <p:spPr>
          <a:xfrm>
            <a:off x="1505468" y="4319807"/>
            <a:ext cx="18000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Gerade Verbindung mit Pfeil 126">
            <a:extLst>
              <a:ext uri="{FF2B5EF4-FFF2-40B4-BE49-F238E27FC236}">
                <a16:creationId xmlns:a16="http://schemas.microsoft.com/office/drawing/2014/main" id="{232CD4F8-7331-3CD9-92BF-F075A3EA1822}"/>
              </a:ext>
            </a:extLst>
          </p:cNvPr>
          <p:cNvCxnSpPr/>
          <p:nvPr/>
        </p:nvCxnSpPr>
        <p:spPr>
          <a:xfrm>
            <a:off x="1481718" y="4960404"/>
            <a:ext cx="18000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4" name="Bogen 133">
            <a:extLst>
              <a:ext uri="{FF2B5EF4-FFF2-40B4-BE49-F238E27FC236}">
                <a16:creationId xmlns:a16="http://schemas.microsoft.com/office/drawing/2014/main" id="{73097D2D-3010-11C6-F4B1-1CFF94DF62FA}"/>
              </a:ext>
            </a:extLst>
          </p:cNvPr>
          <p:cNvSpPr/>
          <p:nvPr/>
        </p:nvSpPr>
        <p:spPr>
          <a:xfrm>
            <a:off x="2177643" y="4214670"/>
            <a:ext cx="941545" cy="834526"/>
          </a:xfrm>
          <a:prstGeom prst="arc">
            <a:avLst>
              <a:gd name="adj1" fmla="val 16458577"/>
              <a:gd name="adj2" fmla="val 5187811"/>
            </a:avLst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cxnSp>
        <p:nvCxnSpPr>
          <p:cNvPr id="135" name="Gerade Verbindung mit Pfeil 134">
            <a:extLst>
              <a:ext uri="{FF2B5EF4-FFF2-40B4-BE49-F238E27FC236}">
                <a16:creationId xmlns:a16="http://schemas.microsoft.com/office/drawing/2014/main" id="{F01E0B13-623F-DE2A-CCE0-98289622C7E2}"/>
              </a:ext>
            </a:extLst>
          </p:cNvPr>
          <p:cNvCxnSpPr/>
          <p:nvPr/>
        </p:nvCxnSpPr>
        <p:spPr>
          <a:xfrm>
            <a:off x="3130748" y="4645949"/>
            <a:ext cx="37150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Gerade Verbindung mit Pfeil 135">
            <a:extLst>
              <a:ext uri="{FF2B5EF4-FFF2-40B4-BE49-F238E27FC236}">
                <a16:creationId xmlns:a16="http://schemas.microsoft.com/office/drawing/2014/main" id="{D7DC7213-8305-7705-1665-A17FCCD595B9}"/>
              </a:ext>
            </a:extLst>
          </p:cNvPr>
          <p:cNvCxnSpPr/>
          <p:nvPr/>
        </p:nvCxnSpPr>
        <p:spPr>
          <a:xfrm>
            <a:off x="3066740" y="4806098"/>
            <a:ext cx="25200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Gerade Verbindung mit Pfeil 136">
            <a:extLst>
              <a:ext uri="{FF2B5EF4-FFF2-40B4-BE49-F238E27FC236}">
                <a16:creationId xmlns:a16="http://schemas.microsoft.com/office/drawing/2014/main" id="{06CD3524-733E-5C7F-AE9C-B7BD5D23CEA2}"/>
              </a:ext>
            </a:extLst>
          </p:cNvPr>
          <p:cNvCxnSpPr/>
          <p:nvPr/>
        </p:nvCxnSpPr>
        <p:spPr>
          <a:xfrm>
            <a:off x="3087745" y="4485800"/>
            <a:ext cx="25200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Gerade Verbindung mit Pfeil 137">
            <a:extLst>
              <a:ext uri="{FF2B5EF4-FFF2-40B4-BE49-F238E27FC236}">
                <a16:creationId xmlns:a16="http://schemas.microsoft.com/office/drawing/2014/main" id="{84DF8B80-2CD6-6CD3-50C1-CDA7E2F0C534}"/>
              </a:ext>
            </a:extLst>
          </p:cNvPr>
          <p:cNvCxnSpPr/>
          <p:nvPr/>
        </p:nvCxnSpPr>
        <p:spPr>
          <a:xfrm>
            <a:off x="2961745" y="4325651"/>
            <a:ext cx="18000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Gerade Verbindung mit Pfeil 138">
            <a:extLst>
              <a:ext uri="{FF2B5EF4-FFF2-40B4-BE49-F238E27FC236}">
                <a16:creationId xmlns:a16="http://schemas.microsoft.com/office/drawing/2014/main" id="{79D35A70-C600-C5F4-6CFE-232394C97A26}"/>
              </a:ext>
            </a:extLst>
          </p:cNvPr>
          <p:cNvCxnSpPr/>
          <p:nvPr/>
        </p:nvCxnSpPr>
        <p:spPr>
          <a:xfrm>
            <a:off x="2937995" y="4966248"/>
            <a:ext cx="18000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0" name="Bogen 139">
            <a:extLst>
              <a:ext uri="{FF2B5EF4-FFF2-40B4-BE49-F238E27FC236}">
                <a16:creationId xmlns:a16="http://schemas.microsoft.com/office/drawing/2014/main" id="{F4943016-A88A-62C4-E516-3F89AA8D2B54}"/>
              </a:ext>
            </a:extLst>
          </p:cNvPr>
          <p:cNvSpPr/>
          <p:nvPr/>
        </p:nvSpPr>
        <p:spPr>
          <a:xfrm>
            <a:off x="3520669" y="4211748"/>
            <a:ext cx="941545" cy="834526"/>
          </a:xfrm>
          <a:prstGeom prst="arc">
            <a:avLst>
              <a:gd name="adj1" fmla="val 16458577"/>
              <a:gd name="adj2" fmla="val 5187811"/>
            </a:avLst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cxnSp>
        <p:nvCxnSpPr>
          <p:cNvPr id="141" name="Gerade Verbindung mit Pfeil 140">
            <a:extLst>
              <a:ext uri="{FF2B5EF4-FFF2-40B4-BE49-F238E27FC236}">
                <a16:creationId xmlns:a16="http://schemas.microsoft.com/office/drawing/2014/main" id="{BC24B70A-0FEF-A607-43D8-C37D17724A97}"/>
              </a:ext>
            </a:extLst>
          </p:cNvPr>
          <p:cNvCxnSpPr/>
          <p:nvPr/>
        </p:nvCxnSpPr>
        <p:spPr>
          <a:xfrm>
            <a:off x="4473774" y="4643027"/>
            <a:ext cx="37150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Gerade Verbindung mit Pfeil 141">
            <a:extLst>
              <a:ext uri="{FF2B5EF4-FFF2-40B4-BE49-F238E27FC236}">
                <a16:creationId xmlns:a16="http://schemas.microsoft.com/office/drawing/2014/main" id="{BA6C1C46-13ED-8897-D15F-8281E1BE8BEA}"/>
              </a:ext>
            </a:extLst>
          </p:cNvPr>
          <p:cNvCxnSpPr/>
          <p:nvPr/>
        </p:nvCxnSpPr>
        <p:spPr>
          <a:xfrm>
            <a:off x="4409766" y="4803176"/>
            <a:ext cx="25200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Gerade Verbindung mit Pfeil 142">
            <a:extLst>
              <a:ext uri="{FF2B5EF4-FFF2-40B4-BE49-F238E27FC236}">
                <a16:creationId xmlns:a16="http://schemas.microsoft.com/office/drawing/2014/main" id="{EBB460DE-32C7-E8C9-3C4D-7AADF85B0C88}"/>
              </a:ext>
            </a:extLst>
          </p:cNvPr>
          <p:cNvCxnSpPr/>
          <p:nvPr/>
        </p:nvCxnSpPr>
        <p:spPr>
          <a:xfrm>
            <a:off x="4430771" y="4482878"/>
            <a:ext cx="25200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Gerade Verbindung mit Pfeil 143">
            <a:extLst>
              <a:ext uri="{FF2B5EF4-FFF2-40B4-BE49-F238E27FC236}">
                <a16:creationId xmlns:a16="http://schemas.microsoft.com/office/drawing/2014/main" id="{5BCEC22F-258F-02CD-7406-E17BB7FB5EEB}"/>
              </a:ext>
            </a:extLst>
          </p:cNvPr>
          <p:cNvCxnSpPr/>
          <p:nvPr/>
        </p:nvCxnSpPr>
        <p:spPr>
          <a:xfrm>
            <a:off x="4304771" y="4322729"/>
            <a:ext cx="18000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Gerade Verbindung mit Pfeil 144">
            <a:extLst>
              <a:ext uri="{FF2B5EF4-FFF2-40B4-BE49-F238E27FC236}">
                <a16:creationId xmlns:a16="http://schemas.microsoft.com/office/drawing/2014/main" id="{1C12AAFB-31A1-F0EA-29D8-02253C45EA4E}"/>
              </a:ext>
            </a:extLst>
          </p:cNvPr>
          <p:cNvCxnSpPr/>
          <p:nvPr/>
        </p:nvCxnSpPr>
        <p:spPr>
          <a:xfrm>
            <a:off x="4281021" y="4963326"/>
            <a:ext cx="18000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Gerader Verbinder 146">
            <a:extLst>
              <a:ext uri="{FF2B5EF4-FFF2-40B4-BE49-F238E27FC236}">
                <a16:creationId xmlns:a16="http://schemas.microsoft.com/office/drawing/2014/main" id="{5E1873D4-C051-1FB8-FF98-80536DCECA65}"/>
              </a:ext>
            </a:extLst>
          </p:cNvPr>
          <p:cNvCxnSpPr/>
          <p:nvPr/>
        </p:nvCxnSpPr>
        <p:spPr>
          <a:xfrm>
            <a:off x="884503" y="4208826"/>
            <a:ext cx="3994492" cy="0"/>
          </a:xfrm>
          <a:prstGeom prst="line">
            <a:avLst/>
          </a:prstGeom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Gerader Verbinder 147">
            <a:extLst>
              <a:ext uri="{FF2B5EF4-FFF2-40B4-BE49-F238E27FC236}">
                <a16:creationId xmlns:a16="http://schemas.microsoft.com/office/drawing/2014/main" id="{62007CA3-E69E-4AB6-E7DE-0200D3F0BF1D}"/>
              </a:ext>
            </a:extLst>
          </p:cNvPr>
          <p:cNvCxnSpPr/>
          <p:nvPr/>
        </p:nvCxnSpPr>
        <p:spPr>
          <a:xfrm>
            <a:off x="884503" y="5043352"/>
            <a:ext cx="3994492" cy="0"/>
          </a:xfrm>
          <a:prstGeom prst="line">
            <a:avLst/>
          </a:prstGeom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245219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  <p:bldP spid="33" grpId="0" animBg="1"/>
      <p:bldP spid="34" grpId="0"/>
      <p:bldP spid="38" grpId="0" animBg="1"/>
      <p:bldP spid="39" grpId="0"/>
      <p:bldP spid="40" grpId="0"/>
    </p:bldLst>
  </p:timing>
</p:sld>
</file>

<file path=ppt/theme/theme1.xml><?xml version="1.0" encoding="utf-8"?>
<a:theme xmlns:a="http://schemas.openxmlformats.org/drawingml/2006/main" name="1_Presentation8">
  <a:themeElements>
    <a:clrScheme name="HNI">
      <a:dk1>
        <a:srgbClr val="000000"/>
      </a:dk1>
      <a:lt1>
        <a:srgbClr val="FFFFFF"/>
      </a:lt1>
      <a:dk2>
        <a:srgbClr val="003A80"/>
      </a:dk2>
      <a:lt2>
        <a:srgbClr val="D0D1D3"/>
      </a:lt2>
      <a:accent1>
        <a:srgbClr val="90C4E7"/>
      </a:accent1>
      <a:accent2>
        <a:srgbClr val="8777AF"/>
      </a:accent2>
      <a:accent3>
        <a:srgbClr val="34A29E"/>
      </a:accent3>
      <a:accent4>
        <a:srgbClr val="DB4848"/>
      </a:accent4>
      <a:accent5>
        <a:srgbClr val="FFDD00"/>
      </a:accent5>
      <a:accent6>
        <a:srgbClr val="F6AE3C"/>
      </a:accent6>
      <a:hlink>
        <a:srgbClr val="003A80"/>
      </a:hlink>
      <a:folHlink>
        <a:srgbClr val="34A29E"/>
      </a:folHlink>
    </a:clrScheme>
    <a:fontScheme name="Heinz Nixdorf Institu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tx2"/>
        </a:solidFill>
        <a:ln w="12700">
          <a:noFill/>
          <a:miter lim="800000"/>
          <a:headEnd/>
          <a:tailEnd/>
        </a:ln>
        <a:effectLst/>
      </a:spPr>
      <a:bodyPr wrap="none" rtlCol="0" anchor="ctr"/>
      <a:lstStyle>
        <a:defPPr algn="ctr">
          <a:defRPr sz="1600" b="1" dirty="0" smtClean="0">
            <a:solidFill>
              <a:schemeClr val="bg1"/>
            </a:solidFill>
          </a:defRPr>
        </a:defPPr>
      </a:lstStyle>
    </a:spDef>
    <a:txDef>
      <a:spPr>
        <a:noFill/>
      </a:spPr>
      <a:bodyPr wrap="square" lIns="0" rIns="0" rtlCol="0">
        <a:spAutoFit/>
      </a:bodyPr>
      <a:lstStyle>
        <a:defPPr marL="360000" indent="-360000">
          <a:spcAft>
            <a:spcPts val="1000"/>
          </a:spcAft>
          <a:buClr>
            <a:schemeClr val="tx2"/>
          </a:buClr>
          <a:buSzPct val="80000"/>
          <a:buFont typeface="Wingdings" panose="05000000000000000000" pitchFamily="2" charset="2"/>
          <a:buChar char="n"/>
          <a:defRPr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Präsentation1" id="{C354663F-223D-4A58-8FDD-7C5CCCBD7E4D}" vid="{3BA90D7B-EA87-484E-9A2A-BAEA2B6FD62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</Words>
  <Application>Microsoft Office PowerPoint</Application>
  <PresentationFormat>Benutzerdefiniert</PresentationFormat>
  <Paragraphs>18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2</vt:i4>
      </vt:variant>
      <vt:variant>
        <vt:lpstr>Folientitel</vt:lpstr>
      </vt:variant>
      <vt:variant>
        <vt:i4>1</vt:i4>
      </vt:variant>
    </vt:vector>
  </HeadingPairs>
  <TitlesOfParts>
    <vt:vector size="7" baseType="lpstr">
      <vt:lpstr>Aptos</vt:lpstr>
      <vt:lpstr>Aptos Display</vt:lpstr>
      <vt:lpstr>Arial</vt:lpstr>
      <vt:lpstr>Cambria Math</vt:lpstr>
      <vt:lpstr>1_Presentation8</vt:lpstr>
      <vt:lpstr>Office Theme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TU-Pseudonym 7504255944999905</dc:creator>
  <cp:lastModifiedBy>TU-Pseudonym 7504255944999905</cp:lastModifiedBy>
  <cp:revision>222</cp:revision>
  <dcterms:created xsi:type="dcterms:W3CDTF">2025-03-08T08:37:57Z</dcterms:created>
  <dcterms:modified xsi:type="dcterms:W3CDTF">2026-05-02T12:57:36Z</dcterms:modified>
</cp:coreProperties>
</file>