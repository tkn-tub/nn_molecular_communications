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61" r:id="rId2"/>
  </p:sldIdLst>
  <p:sldSz cx="4140200" cy="450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1" userDrawn="1">
          <p15:clr>
            <a:srgbClr val="A4A3A4"/>
          </p15:clr>
        </p15:guide>
        <p15:guide id="2" pos="1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00DA"/>
    <a:srgbClr val="FAEBFF"/>
    <a:srgbClr val="DEABFB"/>
    <a:srgbClr val="FFD1F5"/>
    <a:srgbClr val="FE62DD"/>
    <a:srgbClr val="D901AB"/>
    <a:srgbClr val="FFB9FF"/>
    <a:srgbClr val="FF75FF"/>
    <a:srgbClr val="C9E5A3"/>
    <a:srgbClr val="D8E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3457" autoAdjust="0"/>
  </p:normalViewPr>
  <p:slideViewPr>
    <p:cSldViewPr snapToGrid="0">
      <p:cViewPr varScale="1">
        <p:scale>
          <a:sx n="84" d="100"/>
          <a:sy n="84" d="100"/>
        </p:scale>
        <p:origin x="1512" y="44"/>
      </p:cViewPr>
      <p:guideLst>
        <p:guide orient="horz" pos="1951"/>
        <p:guide pos="1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736551"/>
            <a:ext cx="3519170" cy="1566863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363838"/>
            <a:ext cx="3105150" cy="1086594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069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57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122017"/>
            <a:ext cx="3570923" cy="1872109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011836"/>
            <a:ext cx="3570923" cy="984498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/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75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086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198066"/>
            <a:ext cx="1759585" cy="285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198066"/>
            <a:ext cx="1759585" cy="285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9489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39614"/>
            <a:ext cx="3570923" cy="869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103263"/>
            <a:ext cx="1751498" cy="54069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643956"/>
            <a:ext cx="1751498" cy="2418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103263"/>
            <a:ext cx="1760124" cy="54069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643956"/>
            <a:ext cx="1760124" cy="2418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707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93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348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00038"/>
            <a:ext cx="1335322" cy="105013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647999"/>
            <a:ext cx="2095976" cy="3198317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350169"/>
            <a:ext cx="1335322" cy="2501355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0022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00038"/>
            <a:ext cx="1335322" cy="105013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647999"/>
            <a:ext cx="2095976" cy="3198317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350169"/>
            <a:ext cx="1335322" cy="2501355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376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893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39613"/>
            <a:ext cx="892731" cy="38140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39613"/>
            <a:ext cx="2626439" cy="38140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342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39614"/>
            <a:ext cx="3570923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198066"/>
            <a:ext cx="3570923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171356"/>
            <a:ext cx="93154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82184-AC5F-4FEE-AF8B-A74851717B07}" type="datetimeFigureOut">
              <a:rPr lang="en-DE" smtClean="0"/>
              <a:t>12/22/2025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171356"/>
            <a:ext cx="1397318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171356"/>
            <a:ext cx="93154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03BB7-4458-4639-B1E9-0B71139F01E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113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0F576FD7-BC8F-51A6-F684-ED426E458BB7}"/>
              </a:ext>
            </a:extLst>
          </p:cNvPr>
          <p:cNvSpPr/>
          <p:nvPr/>
        </p:nvSpPr>
        <p:spPr>
          <a:xfrm rot="5400000" flipH="1">
            <a:off x="2023590" y="1176639"/>
            <a:ext cx="364361" cy="3161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48E7456-159A-D576-64B4-FC855922671C}"/>
              </a:ext>
            </a:extLst>
          </p:cNvPr>
          <p:cNvSpPr/>
          <p:nvPr/>
        </p:nvSpPr>
        <p:spPr>
          <a:xfrm flipH="1">
            <a:off x="3442649" y="1254868"/>
            <a:ext cx="351317" cy="2784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C83B591-6494-0126-DEE4-9ECEC128DF8D}"/>
              </a:ext>
            </a:extLst>
          </p:cNvPr>
          <p:cNvSpPr/>
          <p:nvPr/>
        </p:nvSpPr>
        <p:spPr>
          <a:xfrm flipH="1">
            <a:off x="2708002" y="1276806"/>
            <a:ext cx="351317" cy="2761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6FF94B0-E4D6-E0FA-1534-7BF9E8798414}"/>
              </a:ext>
            </a:extLst>
          </p:cNvPr>
          <p:cNvSpPr/>
          <p:nvPr/>
        </p:nvSpPr>
        <p:spPr>
          <a:xfrm rot="5400000" flipH="1">
            <a:off x="2026019" y="464736"/>
            <a:ext cx="364361" cy="3161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7ACB99-AD59-1D2B-4214-019F39D9FBF8}"/>
              </a:ext>
            </a:extLst>
          </p:cNvPr>
          <p:cNvSpPr/>
          <p:nvPr/>
        </p:nvSpPr>
        <p:spPr>
          <a:xfrm>
            <a:off x="290238" y="83839"/>
            <a:ext cx="144000" cy="144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8D85D-34B8-B797-1292-436D47BF9B2B}"/>
              </a:ext>
            </a:extLst>
          </p:cNvPr>
          <p:cNvSpPr txBox="1"/>
          <p:nvPr/>
        </p:nvSpPr>
        <p:spPr>
          <a:xfrm>
            <a:off x="413518" y="7730"/>
            <a:ext cx="893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Feedforward</a:t>
            </a:r>
          </a:p>
          <a:p>
            <a:r>
              <a:rPr lang="en-US" sz="1000" dirty="0"/>
              <a:t>NN</a:t>
            </a:r>
            <a:endParaRPr lang="en-DE" sz="10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55E8A12-7BD8-6FD0-955E-ECCD0127C4C2}"/>
              </a:ext>
            </a:extLst>
          </p:cNvPr>
          <p:cNvSpPr/>
          <p:nvPr/>
        </p:nvSpPr>
        <p:spPr>
          <a:xfrm>
            <a:off x="281495" y="673625"/>
            <a:ext cx="144000" cy="144000"/>
          </a:xfrm>
          <a:prstGeom prst="ellipse">
            <a:avLst/>
          </a:prstGeom>
          <a:gradFill>
            <a:gsLst>
              <a:gs pos="0">
                <a:srgbClr val="F7CEBB"/>
              </a:gs>
              <a:gs pos="46000">
                <a:srgbClr val="EF9E79"/>
              </a:gs>
              <a:gs pos="100000">
                <a:srgbClr val="D95319"/>
              </a:gs>
            </a:gsLst>
            <a:path path="circle">
              <a:fillToRect l="50000" t="130000" r="50000" b="-30000"/>
            </a:path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6C978E-87C3-F0B6-4B8C-C2744E659DDE}"/>
              </a:ext>
            </a:extLst>
          </p:cNvPr>
          <p:cNvSpPr txBox="1"/>
          <p:nvPr/>
        </p:nvSpPr>
        <p:spPr>
          <a:xfrm>
            <a:off x="413518" y="616860"/>
            <a:ext cx="893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RNN</a:t>
            </a:r>
            <a:endParaRPr lang="en-DE" sz="100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36E548A-1D71-4CEB-F8FC-42362FC79E29}"/>
              </a:ext>
            </a:extLst>
          </p:cNvPr>
          <p:cNvSpPr/>
          <p:nvPr/>
        </p:nvSpPr>
        <p:spPr>
          <a:xfrm>
            <a:off x="1379424" y="49825"/>
            <a:ext cx="144000" cy="144000"/>
          </a:xfrm>
          <a:prstGeom prst="ellipse">
            <a:avLst/>
          </a:prstGeom>
          <a:gradFill>
            <a:gsLst>
              <a:gs pos="0">
                <a:srgbClr val="F6DA94"/>
              </a:gs>
              <a:gs pos="46000">
                <a:srgbClr val="F5D37F"/>
              </a:gs>
              <a:gs pos="100000">
                <a:srgbClr val="EDB12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953CEA-C2D0-D6E4-A40B-9094566D7B0C}"/>
              </a:ext>
            </a:extLst>
          </p:cNvPr>
          <p:cNvSpPr txBox="1"/>
          <p:nvPr/>
        </p:nvSpPr>
        <p:spPr>
          <a:xfrm>
            <a:off x="1512473" y="8770"/>
            <a:ext cx="893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/>
              <a:t>BiRNN</a:t>
            </a:r>
            <a:endParaRPr lang="en-DE" sz="1000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7570120-7918-E6F9-C910-085AABA6A77D}"/>
              </a:ext>
            </a:extLst>
          </p:cNvPr>
          <p:cNvSpPr/>
          <p:nvPr/>
        </p:nvSpPr>
        <p:spPr>
          <a:xfrm>
            <a:off x="1379424" y="376051"/>
            <a:ext cx="144000" cy="144000"/>
          </a:xfrm>
          <a:prstGeom prst="ellipse">
            <a:avLst/>
          </a:prstGeom>
          <a:gradFill>
            <a:gsLst>
              <a:gs pos="0">
                <a:srgbClr val="D8EDBD"/>
              </a:gs>
              <a:gs pos="46000">
                <a:srgbClr val="C9E5A3"/>
              </a:gs>
              <a:gs pos="100000">
                <a:srgbClr val="77AC3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BCB09B-D618-BEB8-FE66-0F0F86B02361}"/>
              </a:ext>
            </a:extLst>
          </p:cNvPr>
          <p:cNvSpPr txBox="1"/>
          <p:nvPr/>
        </p:nvSpPr>
        <p:spPr>
          <a:xfrm>
            <a:off x="1511476" y="305644"/>
            <a:ext cx="893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Autoencoder</a:t>
            </a:r>
            <a:endParaRPr lang="en-DE" sz="1000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DCF9F49-B313-BA3B-0CD1-F2A2AF0EEF75}"/>
              </a:ext>
            </a:extLst>
          </p:cNvPr>
          <p:cNvSpPr/>
          <p:nvPr/>
        </p:nvSpPr>
        <p:spPr>
          <a:xfrm>
            <a:off x="1375970" y="700467"/>
            <a:ext cx="144000" cy="144000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436128-B14B-3613-B661-6957DD219BD0}"/>
              </a:ext>
            </a:extLst>
          </p:cNvPr>
          <p:cNvSpPr txBox="1"/>
          <p:nvPr/>
        </p:nvSpPr>
        <p:spPr>
          <a:xfrm>
            <a:off x="1505384" y="652136"/>
            <a:ext cx="893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Transformer</a:t>
            </a:r>
            <a:endParaRPr lang="en-DE" sz="10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FFF4615-7F2A-0675-BFB1-F16D531FA2AB}"/>
              </a:ext>
            </a:extLst>
          </p:cNvPr>
          <p:cNvSpPr/>
          <p:nvPr/>
        </p:nvSpPr>
        <p:spPr>
          <a:xfrm>
            <a:off x="286632" y="419521"/>
            <a:ext cx="144000" cy="144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832E67D-9D3A-1D64-ADF4-9EFA3C4D1FF7}"/>
              </a:ext>
            </a:extLst>
          </p:cNvPr>
          <p:cNvSpPr txBox="1"/>
          <p:nvPr/>
        </p:nvSpPr>
        <p:spPr>
          <a:xfrm>
            <a:off x="424088" y="371990"/>
            <a:ext cx="893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CNN</a:t>
            </a:r>
            <a:endParaRPr lang="en-DE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AE94C7-8173-CF2A-606D-79021261E7A2}"/>
              </a:ext>
            </a:extLst>
          </p:cNvPr>
          <p:cNvSpPr/>
          <p:nvPr/>
        </p:nvSpPr>
        <p:spPr>
          <a:xfrm>
            <a:off x="186365" y="7735"/>
            <a:ext cx="3886521" cy="928733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E164CF1-90DE-C9FB-2B62-265F788E4A1D}"/>
              </a:ext>
            </a:extLst>
          </p:cNvPr>
          <p:cNvSpPr/>
          <p:nvPr/>
        </p:nvSpPr>
        <p:spPr>
          <a:xfrm>
            <a:off x="2416355" y="62921"/>
            <a:ext cx="144000" cy="144000"/>
          </a:xfrm>
          <a:prstGeom prst="ellipse">
            <a:avLst/>
          </a:prstGeom>
          <a:gradFill>
            <a:gsLst>
              <a:gs pos="0">
                <a:srgbClr val="FFD1F5"/>
              </a:gs>
              <a:gs pos="46000">
                <a:srgbClr val="FE62DD"/>
              </a:gs>
              <a:gs pos="100000">
                <a:srgbClr val="D901AB"/>
              </a:gs>
            </a:gsLst>
            <a:path path="circle">
              <a:fillToRect l="50000" t="130000" r="50000" b="-30000"/>
            </a:path>
          </a:gradFill>
          <a:ln>
            <a:solidFill>
              <a:srgbClr val="DA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AFEE84-3D21-0F5C-98B8-45C296BC4C6B}"/>
              </a:ext>
            </a:extLst>
          </p:cNvPr>
          <p:cNvSpPr txBox="1"/>
          <p:nvPr/>
        </p:nvSpPr>
        <p:spPr>
          <a:xfrm>
            <a:off x="2589106" y="6156"/>
            <a:ext cx="14787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Reinforcement Learning</a:t>
            </a:r>
            <a:endParaRPr lang="en-DE" sz="10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32B7AE-CE02-92F0-82EF-2496720E0015}"/>
              </a:ext>
            </a:extLst>
          </p:cNvPr>
          <p:cNvSpPr/>
          <p:nvPr/>
        </p:nvSpPr>
        <p:spPr>
          <a:xfrm flipH="1">
            <a:off x="1933518" y="1267260"/>
            <a:ext cx="351317" cy="2771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603802-B2E9-16AB-02E6-E697511D3A46}"/>
              </a:ext>
            </a:extLst>
          </p:cNvPr>
          <p:cNvSpPr/>
          <p:nvPr/>
        </p:nvSpPr>
        <p:spPr>
          <a:xfrm rot="5400000" flipH="1">
            <a:off x="2026019" y="-220219"/>
            <a:ext cx="364361" cy="31615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  <a:alpha val="5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B0C2F45-6D8E-D412-A493-31467899AF84}"/>
              </a:ext>
            </a:extLst>
          </p:cNvPr>
          <p:cNvCxnSpPr>
            <a:cxnSpLocks/>
          </p:cNvCxnSpPr>
          <p:nvPr/>
        </p:nvCxnSpPr>
        <p:spPr>
          <a:xfrm flipV="1">
            <a:off x="1568266" y="995045"/>
            <a:ext cx="0" cy="24240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0744FF8-EDCA-00A4-9AB9-4F386B30F02D}"/>
              </a:ext>
            </a:extLst>
          </p:cNvPr>
          <p:cNvCxnSpPr>
            <a:cxnSpLocks/>
          </p:cNvCxnSpPr>
          <p:nvPr/>
        </p:nvCxnSpPr>
        <p:spPr>
          <a:xfrm flipV="1">
            <a:off x="1511562" y="3274760"/>
            <a:ext cx="2411435" cy="80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9B1F0AB-710A-B544-9D90-3A6BEC8289FA}"/>
              </a:ext>
            </a:extLst>
          </p:cNvPr>
          <p:cNvSpPr txBox="1"/>
          <p:nvPr/>
        </p:nvSpPr>
        <p:spPr>
          <a:xfrm rot="5400000" flipV="1">
            <a:off x="2082744" y="3420913"/>
            <a:ext cx="7132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Data Comm.</a:t>
            </a:r>
            <a:endParaRPr lang="en-DE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8B08BC-D528-ED12-7967-79FB047E7D18}"/>
              </a:ext>
            </a:extLst>
          </p:cNvPr>
          <p:cNvSpPr txBox="1"/>
          <p:nvPr/>
        </p:nvSpPr>
        <p:spPr>
          <a:xfrm rot="10800000" flipH="1" flipV="1">
            <a:off x="576742" y="2624930"/>
            <a:ext cx="10565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Drifted channels</a:t>
            </a:r>
            <a:endParaRPr lang="en-DE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0444BD-98B7-653F-EF74-9DA582016B87}"/>
              </a:ext>
            </a:extLst>
          </p:cNvPr>
          <p:cNvSpPr txBox="1"/>
          <p:nvPr/>
        </p:nvSpPr>
        <p:spPr>
          <a:xfrm rot="10800000" flipH="1" flipV="1">
            <a:off x="934638" y="1579258"/>
            <a:ext cx="685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Open air</a:t>
            </a:r>
            <a:endParaRPr lang="en-DE" sz="1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81DC83-908F-1858-6106-A3F2BDC0814D}"/>
              </a:ext>
            </a:extLst>
          </p:cNvPr>
          <p:cNvSpPr txBox="1"/>
          <p:nvPr/>
        </p:nvSpPr>
        <p:spPr>
          <a:xfrm rot="5400000" flipH="1" flipV="1">
            <a:off x="1366210" y="3466626"/>
            <a:ext cx="7704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Channel Estimation</a:t>
            </a:r>
            <a:endParaRPr lang="en-DE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A014C0-BD4D-240A-8CEF-59F4C7A015C6}"/>
              </a:ext>
            </a:extLst>
          </p:cNvPr>
          <p:cNvSpPr txBox="1"/>
          <p:nvPr/>
        </p:nvSpPr>
        <p:spPr>
          <a:xfrm rot="5400000" flipH="1" flipV="1">
            <a:off x="1726481" y="3506700"/>
            <a:ext cx="7132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dirty="0"/>
              <a:t>Synch.</a:t>
            </a:r>
            <a:endParaRPr lang="en-DE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45D192-2166-2EA1-5A5F-47145032BCF8}"/>
              </a:ext>
            </a:extLst>
          </p:cNvPr>
          <p:cNvSpPr txBox="1"/>
          <p:nvPr/>
        </p:nvSpPr>
        <p:spPr>
          <a:xfrm rot="5400000" flipV="1">
            <a:off x="2929140" y="3362495"/>
            <a:ext cx="579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Data</a:t>
            </a:r>
          </a:p>
          <a:p>
            <a:pPr algn="ctr"/>
            <a:r>
              <a:rPr lang="en-US" sz="1000" dirty="0"/>
              <a:t>Fusion</a:t>
            </a:r>
            <a:endParaRPr lang="en-DE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AFFC50-5D90-BD14-AFFA-8FBD9DEAA844}"/>
              </a:ext>
            </a:extLst>
          </p:cNvPr>
          <p:cNvSpPr txBox="1"/>
          <p:nvPr/>
        </p:nvSpPr>
        <p:spPr>
          <a:xfrm rot="5400000" flipH="1" flipV="1">
            <a:off x="3189197" y="3570755"/>
            <a:ext cx="8468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Localization</a:t>
            </a:r>
            <a:endParaRPr lang="en-DE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E9E530-35E5-3D10-F29F-9A04D8FD90E5}"/>
              </a:ext>
            </a:extLst>
          </p:cNvPr>
          <p:cNvSpPr txBox="1"/>
          <p:nvPr/>
        </p:nvSpPr>
        <p:spPr>
          <a:xfrm rot="10800000" flipH="1" flipV="1">
            <a:off x="838050" y="1847770"/>
            <a:ext cx="770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Vessel-like channels</a:t>
            </a:r>
            <a:endParaRPr lang="en-DE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9D43D3-C2EE-823A-460E-2973C7D44E42}"/>
              </a:ext>
            </a:extLst>
          </p:cNvPr>
          <p:cNvSpPr txBox="1"/>
          <p:nvPr/>
        </p:nvSpPr>
        <p:spPr>
          <a:xfrm rot="10800000" flipH="1" flipV="1">
            <a:off x="624993" y="2284460"/>
            <a:ext cx="9979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Human vessels</a:t>
            </a:r>
            <a:endParaRPr lang="en-DE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679D49-1AAB-E9DC-DB1F-E8AA0D8C01DB}"/>
              </a:ext>
            </a:extLst>
          </p:cNvPr>
          <p:cNvSpPr txBox="1"/>
          <p:nvPr/>
        </p:nvSpPr>
        <p:spPr>
          <a:xfrm rot="10800000" flipH="1" flipV="1">
            <a:off x="583990" y="1133927"/>
            <a:ext cx="1029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000" i="1" dirty="0"/>
              <a:t>in-vivo</a:t>
            </a:r>
          </a:p>
          <a:p>
            <a:pPr algn="r"/>
            <a:r>
              <a:rPr lang="de-DE" sz="1000" dirty="0" err="1"/>
              <a:t>bacteria</a:t>
            </a:r>
            <a:r>
              <a:rPr lang="de-DE" sz="1000" dirty="0"/>
              <a:t> </a:t>
            </a:r>
            <a:r>
              <a:rPr lang="de-DE" sz="1000" dirty="0" err="1"/>
              <a:t>colony</a:t>
            </a:r>
            <a:endParaRPr lang="en-DE" sz="1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26A4848-705C-1545-E9AB-F59223A949A9}"/>
              </a:ext>
            </a:extLst>
          </p:cNvPr>
          <p:cNvSpPr txBox="1"/>
          <p:nvPr/>
        </p:nvSpPr>
        <p:spPr>
          <a:xfrm rot="16200000">
            <a:off x="-201279" y="1512455"/>
            <a:ext cx="10535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Experimental Testbeds</a:t>
            </a:r>
            <a:endParaRPr lang="en-DE" sz="1000" dirty="0"/>
          </a:p>
        </p:txBody>
      </p:sp>
      <p:sp>
        <p:nvSpPr>
          <p:cNvPr id="94" name="Right Brace 93">
            <a:extLst>
              <a:ext uri="{FF2B5EF4-FFF2-40B4-BE49-F238E27FC236}">
                <a16:creationId xmlns:a16="http://schemas.microsoft.com/office/drawing/2014/main" id="{F669F72A-092E-237E-C074-C370E7C7C6E1}"/>
              </a:ext>
            </a:extLst>
          </p:cNvPr>
          <p:cNvSpPr/>
          <p:nvPr/>
        </p:nvSpPr>
        <p:spPr>
          <a:xfrm flipH="1">
            <a:off x="506316" y="1159328"/>
            <a:ext cx="121097" cy="1110694"/>
          </a:xfrm>
          <a:prstGeom prst="rightBrace">
            <a:avLst>
              <a:gd name="adj1" fmla="val 79800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1DA4163-744D-840A-F62F-3CCEC4A2903C}"/>
              </a:ext>
            </a:extLst>
          </p:cNvPr>
          <p:cNvSpPr txBox="1"/>
          <p:nvPr/>
        </p:nvSpPr>
        <p:spPr>
          <a:xfrm rot="5400000" flipH="1" flipV="1">
            <a:off x="2544863" y="3407583"/>
            <a:ext cx="6688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Channel</a:t>
            </a:r>
          </a:p>
          <a:p>
            <a:pPr algn="ctr"/>
            <a:r>
              <a:rPr lang="en-US" sz="1000" dirty="0"/>
              <a:t>access</a:t>
            </a:r>
            <a:endParaRPr lang="en-DE" sz="1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C71073-9C8C-0C21-CE5E-5BC79AF2E218}"/>
              </a:ext>
            </a:extLst>
          </p:cNvPr>
          <p:cNvSpPr txBox="1"/>
          <p:nvPr/>
        </p:nvSpPr>
        <p:spPr>
          <a:xfrm rot="10800000" flipH="1" flipV="1">
            <a:off x="1897913" y="4136255"/>
            <a:ext cx="487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PHY</a:t>
            </a:r>
          </a:p>
          <a:p>
            <a:pPr algn="ctr"/>
            <a:r>
              <a:rPr lang="en-US" sz="1000" dirty="0"/>
              <a:t>layer</a:t>
            </a:r>
            <a:endParaRPr lang="en-DE" sz="1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82ACEC0-A263-AADB-E760-2ABC3030715B}"/>
              </a:ext>
            </a:extLst>
          </p:cNvPr>
          <p:cNvSpPr txBox="1"/>
          <p:nvPr/>
        </p:nvSpPr>
        <p:spPr>
          <a:xfrm rot="10800000" flipH="1" flipV="1">
            <a:off x="2630571" y="4138527"/>
            <a:ext cx="487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MAC</a:t>
            </a:r>
          </a:p>
          <a:p>
            <a:pPr algn="ctr"/>
            <a:r>
              <a:rPr lang="en-US" sz="1000" dirty="0"/>
              <a:t>layer</a:t>
            </a:r>
            <a:endParaRPr lang="en-DE" sz="1000" dirty="0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27CDE301-85D4-6858-C717-1F202060297B}"/>
              </a:ext>
            </a:extLst>
          </p:cNvPr>
          <p:cNvSpPr/>
          <p:nvPr/>
        </p:nvSpPr>
        <p:spPr>
          <a:xfrm rot="5400000">
            <a:off x="2076412" y="3558747"/>
            <a:ext cx="133796" cy="1047207"/>
          </a:xfrm>
          <a:prstGeom prst="rightBrace">
            <a:avLst>
              <a:gd name="adj1" fmla="val 79800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761B057-2C50-37B8-86CE-304736DF96C3}"/>
              </a:ext>
            </a:extLst>
          </p:cNvPr>
          <p:cNvSpPr txBox="1"/>
          <p:nvPr/>
        </p:nvSpPr>
        <p:spPr>
          <a:xfrm rot="10800000" flipH="1" flipV="1">
            <a:off x="3139078" y="4136255"/>
            <a:ext cx="579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Upper</a:t>
            </a:r>
          </a:p>
          <a:p>
            <a:pPr algn="ctr"/>
            <a:r>
              <a:rPr lang="en-US" sz="1000" dirty="0"/>
              <a:t>layers</a:t>
            </a:r>
            <a:endParaRPr lang="en-DE" sz="1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D4B3EF2-1C80-2744-332C-1E5C8E32E524}"/>
              </a:ext>
            </a:extLst>
          </p:cNvPr>
          <p:cNvSpPr txBox="1"/>
          <p:nvPr/>
        </p:nvSpPr>
        <p:spPr>
          <a:xfrm rot="10800000" flipH="1" flipV="1">
            <a:off x="449965" y="2891251"/>
            <a:ext cx="1176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Free diffusion</a:t>
            </a:r>
          </a:p>
          <a:p>
            <a:pPr algn="r"/>
            <a:r>
              <a:rPr lang="en-US" sz="1000" dirty="0"/>
              <a:t>channels</a:t>
            </a:r>
          </a:p>
        </p:txBody>
      </p:sp>
      <p:sp>
        <p:nvSpPr>
          <p:cNvPr id="127" name="Right Brace 126">
            <a:extLst>
              <a:ext uri="{FF2B5EF4-FFF2-40B4-BE49-F238E27FC236}">
                <a16:creationId xmlns:a16="http://schemas.microsoft.com/office/drawing/2014/main" id="{96281E1C-8231-5988-3CD0-7ED38AD08815}"/>
              </a:ext>
            </a:extLst>
          </p:cNvPr>
          <p:cNvSpPr/>
          <p:nvPr/>
        </p:nvSpPr>
        <p:spPr>
          <a:xfrm rot="5400000">
            <a:off x="2807442" y="3892006"/>
            <a:ext cx="133796" cy="369951"/>
          </a:xfrm>
          <a:prstGeom prst="rightBrace">
            <a:avLst>
              <a:gd name="adj1" fmla="val 79800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128" name="Right Brace 127">
            <a:extLst>
              <a:ext uri="{FF2B5EF4-FFF2-40B4-BE49-F238E27FC236}">
                <a16:creationId xmlns:a16="http://schemas.microsoft.com/office/drawing/2014/main" id="{E43BAEED-5ECF-79B5-4D60-849F5180C2A8}"/>
              </a:ext>
            </a:extLst>
          </p:cNvPr>
          <p:cNvSpPr/>
          <p:nvPr/>
        </p:nvSpPr>
        <p:spPr>
          <a:xfrm rot="5400000">
            <a:off x="3367258" y="3720781"/>
            <a:ext cx="133796" cy="704780"/>
          </a:xfrm>
          <a:prstGeom prst="rightBrace">
            <a:avLst>
              <a:gd name="adj1" fmla="val 79800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sz="100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16F969A-C521-14BC-BFD2-6C2F2D1FE0EF}"/>
              </a:ext>
            </a:extLst>
          </p:cNvPr>
          <p:cNvSpPr/>
          <p:nvPr/>
        </p:nvSpPr>
        <p:spPr>
          <a:xfrm>
            <a:off x="2416355" y="375056"/>
            <a:ext cx="144000" cy="144000"/>
          </a:xfrm>
          <a:prstGeom prst="ellipse">
            <a:avLst/>
          </a:prstGeom>
          <a:gradFill>
            <a:gsLst>
              <a:gs pos="0">
                <a:srgbClr val="FAEBFF"/>
              </a:gs>
              <a:gs pos="29000">
                <a:srgbClr val="DEABFB"/>
              </a:gs>
              <a:gs pos="100000">
                <a:srgbClr val="7030A0"/>
              </a:gs>
            </a:gsLst>
            <a:path path="circle">
              <a:fillToRect l="50000" t="130000" r="50000" b="-30000"/>
            </a:path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44C165-DDA6-7F84-99CD-C1BCE01CD8AC}"/>
              </a:ext>
            </a:extLst>
          </p:cNvPr>
          <p:cNvSpPr txBox="1"/>
          <p:nvPr/>
        </p:nvSpPr>
        <p:spPr>
          <a:xfrm>
            <a:off x="2618082" y="303037"/>
            <a:ext cx="14787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Graph Neural Networks</a:t>
            </a:r>
            <a:endParaRPr lang="en-DE" sz="10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DDCEAB-EF48-D281-04C7-1D809F2170E0}"/>
              </a:ext>
            </a:extLst>
          </p:cNvPr>
          <p:cNvSpPr>
            <a:spLocks noChangeAspect="1"/>
          </p:cNvSpPr>
          <p:nvPr/>
        </p:nvSpPr>
        <p:spPr>
          <a:xfrm>
            <a:off x="2312516" y="2953408"/>
            <a:ext cx="182880" cy="18288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BFC7366-B462-ACAC-A419-10F09D786356}"/>
              </a:ext>
            </a:extLst>
          </p:cNvPr>
          <p:cNvSpPr>
            <a:spLocks noChangeAspect="1"/>
          </p:cNvSpPr>
          <p:nvPr/>
        </p:nvSpPr>
        <p:spPr>
          <a:xfrm>
            <a:off x="1601674" y="1581230"/>
            <a:ext cx="54864" cy="54864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59E3FF1-CC21-6B7D-1CFA-BDECD7F20C5B}"/>
              </a:ext>
            </a:extLst>
          </p:cNvPr>
          <p:cNvSpPr>
            <a:spLocks noChangeAspect="1"/>
          </p:cNvSpPr>
          <p:nvPr/>
        </p:nvSpPr>
        <p:spPr>
          <a:xfrm>
            <a:off x="1615591" y="2285421"/>
            <a:ext cx="54864" cy="54864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21FEE4B-BB48-0DC2-0199-670870737CC9}"/>
              </a:ext>
            </a:extLst>
          </p:cNvPr>
          <p:cNvSpPr>
            <a:spLocks noChangeAspect="1"/>
          </p:cNvSpPr>
          <p:nvPr/>
        </p:nvSpPr>
        <p:spPr>
          <a:xfrm>
            <a:off x="1621600" y="3024882"/>
            <a:ext cx="73152" cy="73152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2ECC813-BE0F-9DBB-C98D-75F70BD0CFA9}"/>
              </a:ext>
            </a:extLst>
          </p:cNvPr>
          <p:cNvSpPr>
            <a:spLocks noChangeAspect="1"/>
          </p:cNvSpPr>
          <p:nvPr/>
        </p:nvSpPr>
        <p:spPr>
          <a:xfrm>
            <a:off x="2307186" y="1247195"/>
            <a:ext cx="64008" cy="64008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ED24875-846F-851E-74EE-95D0FB64BF00}"/>
              </a:ext>
            </a:extLst>
          </p:cNvPr>
          <p:cNvSpPr>
            <a:spLocks noChangeAspect="1"/>
          </p:cNvSpPr>
          <p:nvPr/>
        </p:nvSpPr>
        <p:spPr>
          <a:xfrm>
            <a:off x="2334548" y="1928945"/>
            <a:ext cx="64008" cy="64008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05881F7-BF86-FE23-8513-EEA9982AC649}"/>
              </a:ext>
            </a:extLst>
          </p:cNvPr>
          <p:cNvSpPr>
            <a:spLocks noChangeAspect="1"/>
          </p:cNvSpPr>
          <p:nvPr/>
        </p:nvSpPr>
        <p:spPr>
          <a:xfrm>
            <a:off x="2766207" y="2970018"/>
            <a:ext cx="54864" cy="54864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985209E-E96E-3B16-F3D8-4E491F710A4D}"/>
              </a:ext>
            </a:extLst>
          </p:cNvPr>
          <p:cNvSpPr>
            <a:spLocks noChangeAspect="1"/>
          </p:cNvSpPr>
          <p:nvPr/>
        </p:nvSpPr>
        <p:spPr>
          <a:xfrm>
            <a:off x="3123579" y="2994281"/>
            <a:ext cx="54864" cy="54864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65FFC5F-C008-6CC5-F81A-4D6A85DA6B41}"/>
              </a:ext>
            </a:extLst>
          </p:cNvPr>
          <p:cNvSpPr>
            <a:spLocks noChangeAspect="1"/>
          </p:cNvSpPr>
          <p:nvPr/>
        </p:nvSpPr>
        <p:spPr>
          <a:xfrm>
            <a:off x="3557744" y="2976354"/>
            <a:ext cx="54864" cy="54864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E39ED4C-B092-FE8E-E973-74E8191BAF11}"/>
              </a:ext>
            </a:extLst>
          </p:cNvPr>
          <p:cNvSpPr>
            <a:spLocks noChangeAspect="1"/>
          </p:cNvSpPr>
          <p:nvPr/>
        </p:nvSpPr>
        <p:spPr>
          <a:xfrm>
            <a:off x="3557744" y="1915914"/>
            <a:ext cx="64008" cy="64008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43F1AB2-1B6F-6667-7A2A-7E8A2E49053F}"/>
              </a:ext>
            </a:extLst>
          </p:cNvPr>
          <p:cNvSpPr>
            <a:spLocks noChangeAspect="1"/>
          </p:cNvSpPr>
          <p:nvPr/>
        </p:nvSpPr>
        <p:spPr>
          <a:xfrm>
            <a:off x="1779601" y="3050858"/>
            <a:ext cx="54864" cy="5486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ACA2ADD4-3059-1457-36E7-4EA6593FD72D}"/>
              </a:ext>
            </a:extLst>
          </p:cNvPr>
          <p:cNvSpPr>
            <a:spLocks noChangeAspect="1"/>
          </p:cNvSpPr>
          <p:nvPr/>
        </p:nvSpPr>
        <p:spPr>
          <a:xfrm>
            <a:off x="2005303" y="2994281"/>
            <a:ext cx="54864" cy="5486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093434A-F766-550C-45E6-71E0E8860A29}"/>
              </a:ext>
            </a:extLst>
          </p:cNvPr>
          <p:cNvSpPr>
            <a:spLocks noChangeAspect="1"/>
          </p:cNvSpPr>
          <p:nvPr/>
        </p:nvSpPr>
        <p:spPr>
          <a:xfrm>
            <a:off x="2564601" y="3006594"/>
            <a:ext cx="64008" cy="64008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5821C2F-A867-3A92-54AF-261165E47F40}"/>
              </a:ext>
            </a:extLst>
          </p:cNvPr>
          <p:cNvSpPr>
            <a:spLocks noChangeAspect="1"/>
          </p:cNvSpPr>
          <p:nvPr/>
        </p:nvSpPr>
        <p:spPr>
          <a:xfrm>
            <a:off x="2475590" y="1928814"/>
            <a:ext cx="73152" cy="73152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DE54378-737B-79B8-6138-8F9CA45761BA}"/>
              </a:ext>
            </a:extLst>
          </p:cNvPr>
          <p:cNvSpPr>
            <a:spLocks noChangeAspect="1"/>
          </p:cNvSpPr>
          <p:nvPr/>
        </p:nvSpPr>
        <p:spPr>
          <a:xfrm>
            <a:off x="2461902" y="1260871"/>
            <a:ext cx="54864" cy="54864"/>
          </a:xfrm>
          <a:prstGeom prst="ellipse">
            <a:avLst/>
          </a:prstGeom>
          <a:solidFill>
            <a:schemeClr val="bg1"/>
          </a:solidFill>
          <a:ln>
            <a:solidFill>
              <a:schemeClr val="accent1">
                <a:shade val="15000"/>
                <a:alpha val="9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1387C22-7059-6764-A26A-EA0C04C8D6D4}"/>
              </a:ext>
            </a:extLst>
          </p:cNvPr>
          <p:cNvSpPr/>
          <p:nvPr/>
        </p:nvSpPr>
        <p:spPr>
          <a:xfrm>
            <a:off x="2131095" y="3003786"/>
            <a:ext cx="54864" cy="54864"/>
          </a:xfrm>
          <a:prstGeom prst="ellipse">
            <a:avLst/>
          </a:prstGeom>
          <a:gradFill>
            <a:gsLst>
              <a:gs pos="0">
                <a:srgbClr val="F7CEBB"/>
              </a:gs>
              <a:gs pos="46000">
                <a:srgbClr val="EF9E79"/>
              </a:gs>
              <a:gs pos="100000">
                <a:srgbClr val="D95319"/>
              </a:gs>
            </a:gsLst>
            <a:path path="circle">
              <a:fillToRect l="50000" t="130000" r="50000" b="-30000"/>
            </a:path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535CF5E-84DD-8ACB-0EBC-E2C35124501E}"/>
              </a:ext>
            </a:extLst>
          </p:cNvPr>
          <p:cNvSpPr/>
          <p:nvPr/>
        </p:nvSpPr>
        <p:spPr>
          <a:xfrm>
            <a:off x="2524588" y="3131533"/>
            <a:ext cx="54864" cy="54864"/>
          </a:xfrm>
          <a:prstGeom prst="ellipse">
            <a:avLst/>
          </a:prstGeom>
          <a:gradFill>
            <a:gsLst>
              <a:gs pos="0">
                <a:srgbClr val="F7CEBB"/>
              </a:gs>
              <a:gs pos="46000">
                <a:srgbClr val="EF9E79"/>
              </a:gs>
              <a:gs pos="100000">
                <a:srgbClr val="D95319"/>
              </a:gs>
            </a:gsLst>
            <a:path path="circle">
              <a:fillToRect l="50000" t="130000" r="50000" b="-30000"/>
            </a:path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D2C7571-8DCB-4492-8EB4-3EAB60309E12}"/>
              </a:ext>
            </a:extLst>
          </p:cNvPr>
          <p:cNvSpPr/>
          <p:nvPr/>
        </p:nvSpPr>
        <p:spPr>
          <a:xfrm>
            <a:off x="2434696" y="2082045"/>
            <a:ext cx="54864" cy="54864"/>
          </a:xfrm>
          <a:prstGeom prst="ellipse">
            <a:avLst/>
          </a:prstGeom>
          <a:gradFill>
            <a:gsLst>
              <a:gs pos="0">
                <a:srgbClr val="F7CEBB"/>
              </a:gs>
              <a:gs pos="46000">
                <a:srgbClr val="EF9E79"/>
              </a:gs>
              <a:gs pos="100000">
                <a:srgbClr val="D95319"/>
              </a:gs>
            </a:gsLst>
            <a:path path="circle">
              <a:fillToRect l="50000" t="130000" r="50000" b="-30000"/>
            </a:path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D0D8F077-2663-9214-4D84-4624DDE856B4}"/>
              </a:ext>
            </a:extLst>
          </p:cNvPr>
          <p:cNvSpPr/>
          <p:nvPr/>
        </p:nvSpPr>
        <p:spPr>
          <a:xfrm>
            <a:off x="3258754" y="3003786"/>
            <a:ext cx="54864" cy="54864"/>
          </a:xfrm>
          <a:prstGeom prst="ellipse">
            <a:avLst/>
          </a:prstGeom>
          <a:gradFill>
            <a:gsLst>
              <a:gs pos="0">
                <a:srgbClr val="F7CEBB"/>
              </a:gs>
              <a:gs pos="46000">
                <a:srgbClr val="EF9E79"/>
              </a:gs>
              <a:gs pos="100000">
                <a:srgbClr val="D95319"/>
              </a:gs>
            </a:gsLst>
            <a:path path="circle">
              <a:fillToRect l="50000" t="130000" r="50000" b="-30000"/>
            </a:path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766BBE8-44B3-03E2-AB05-C74B39FBED09}"/>
              </a:ext>
            </a:extLst>
          </p:cNvPr>
          <p:cNvSpPr>
            <a:spLocks noChangeAspect="1"/>
          </p:cNvSpPr>
          <p:nvPr/>
        </p:nvSpPr>
        <p:spPr>
          <a:xfrm>
            <a:off x="2565781" y="2005264"/>
            <a:ext cx="73152" cy="73152"/>
          </a:xfrm>
          <a:prstGeom prst="ellipse">
            <a:avLst/>
          </a:prstGeom>
          <a:gradFill>
            <a:gsLst>
              <a:gs pos="0">
                <a:srgbClr val="F6DA94"/>
              </a:gs>
              <a:gs pos="46000">
                <a:srgbClr val="F5D37F"/>
              </a:gs>
              <a:gs pos="100000">
                <a:srgbClr val="EDB12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293C189-F2B3-9F22-A26A-4A9B9E47123E}"/>
              </a:ext>
            </a:extLst>
          </p:cNvPr>
          <p:cNvSpPr>
            <a:spLocks noChangeAspect="1"/>
          </p:cNvSpPr>
          <p:nvPr/>
        </p:nvSpPr>
        <p:spPr>
          <a:xfrm>
            <a:off x="2611331" y="3098034"/>
            <a:ext cx="54864" cy="54864"/>
          </a:xfrm>
          <a:prstGeom prst="ellipse">
            <a:avLst/>
          </a:prstGeom>
          <a:gradFill>
            <a:gsLst>
              <a:gs pos="0">
                <a:srgbClr val="F6DA94"/>
              </a:gs>
              <a:gs pos="46000">
                <a:srgbClr val="F5D37F"/>
              </a:gs>
              <a:gs pos="100000">
                <a:srgbClr val="EDB12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D095AF3-3EC1-715C-3BB6-DAD92A0FE35F}"/>
              </a:ext>
            </a:extLst>
          </p:cNvPr>
          <p:cNvSpPr>
            <a:spLocks noChangeAspect="1"/>
          </p:cNvSpPr>
          <p:nvPr/>
        </p:nvSpPr>
        <p:spPr>
          <a:xfrm>
            <a:off x="2579734" y="2122969"/>
            <a:ext cx="64008" cy="64008"/>
          </a:xfrm>
          <a:prstGeom prst="ellipse">
            <a:avLst/>
          </a:prstGeom>
          <a:gradFill>
            <a:gsLst>
              <a:gs pos="0">
                <a:srgbClr val="D8EDBD"/>
              </a:gs>
              <a:gs pos="46000">
                <a:srgbClr val="C9E5A3"/>
              </a:gs>
              <a:gs pos="100000">
                <a:srgbClr val="77AC3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D3E2166-E648-DA92-AC80-62C3F5A3F7B8}"/>
              </a:ext>
            </a:extLst>
          </p:cNvPr>
          <p:cNvSpPr>
            <a:spLocks noChangeAspect="1"/>
          </p:cNvSpPr>
          <p:nvPr/>
        </p:nvSpPr>
        <p:spPr>
          <a:xfrm>
            <a:off x="2391023" y="2683276"/>
            <a:ext cx="64008" cy="64008"/>
          </a:xfrm>
          <a:prstGeom prst="ellipse">
            <a:avLst/>
          </a:prstGeom>
          <a:gradFill>
            <a:gsLst>
              <a:gs pos="0">
                <a:srgbClr val="D8EDBD"/>
              </a:gs>
              <a:gs pos="46000">
                <a:srgbClr val="C9E5A3"/>
              </a:gs>
              <a:gs pos="100000">
                <a:srgbClr val="77AC3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BE625C4-625B-8C6A-EF2E-D13A25F11C58}"/>
              </a:ext>
            </a:extLst>
          </p:cNvPr>
          <p:cNvSpPr>
            <a:spLocks noChangeAspect="1"/>
          </p:cNvSpPr>
          <p:nvPr/>
        </p:nvSpPr>
        <p:spPr>
          <a:xfrm>
            <a:off x="2604602" y="3196831"/>
            <a:ext cx="54864" cy="54864"/>
          </a:xfrm>
          <a:prstGeom prst="ellipse">
            <a:avLst/>
          </a:prstGeom>
          <a:gradFill>
            <a:gsLst>
              <a:gs pos="0">
                <a:srgbClr val="D8EDBD"/>
              </a:gs>
              <a:gs pos="46000">
                <a:srgbClr val="C9E5A3"/>
              </a:gs>
              <a:gs pos="100000">
                <a:srgbClr val="77AC30"/>
              </a:gs>
            </a:gsLst>
            <a:path path="circle">
              <a:fillToRect l="50000" t="130000" r="50000" b="-30000"/>
            </a:path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F1D5F1B-67CF-1EA6-11AA-D4CC76D87CCB}"/>
              </a:ext>
            </a:extLst>
          </p:cNvPr>
          <p:cNvSpPr>
            <a:spLocks noChangeAspect="1"/>
          </p:cNvSpPr>
          <p:nvPr/>
        </p:nvSpPr>
        <p:spPr>
          <a:xfrm>
            <a:off x="1695495" y="3153098"/>
            <a:ext cx="64008" cy="64008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477DDB3-7DD2-49C2-2D3C-75109502B7B8}"/>
              </a:ext>
            </a:extLst>
          </p:cNvPr>
          <p:cNvSpPr>
            <a:spLocks noChangeAspect="1"/>
          </p:cNvSpPr>
          <p:nvPr/>
        </p:nvSpPr>
        <p:spPr>
          <a:xfrm>
            <a:off x="2601438" y="1908323"/>
            <a:ext cx="54864" cy="54864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454E3B3-AA7B-FDAB-545B-26D21B0A9B46}"/>
              </a:ext>
            </a:extLst>
          </p:cNvPr>
          <p:cNvSpPr>
            <a:spLocks noChangeAspect="1"/>
          </p:cNvSpPr>
          <p:nvPr/>
        </p:nvSpPr>
        <p:spPr>
          <a:xfrm>
            <a:off x="2386451" y="3184998"/>
            <a:ext cx="73152" cy="73152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9672D880-134D-6B66-AAEE-730DA21B52FA}"/>
              </a:ext>
            </a:extLst>
          </p:cNvPr>
          <p:cNvSpPr>
            <a:spLocks noChangeAspect="1"/>
          </p:cNvSpPr>
          <p:nvPr/>
        </p:nvSpPr>
        <p:spPr>
          <a:xfrm>
            <a:off x="3672893" y="1933517"/>
            <a:ext cx="54864" cy="54864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B4006D1-4159-B15F-FACD-FEACB793A1F5}"/>
              </a:ext>
            </a:extLst>
          </p:cNvPr>
          <p:cNvSpPr>
            <a:spLocks noChangeAspect="1"/>
          </p:cNvSpPr>
          <p:nvPr/>
        </p:nvSpPr>
        <p:spPr>
          <a:xfrm>
            <a:off x="3645461" y="2673640"/>
            <a:ext cx="54864" cy="54864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4F00B0D-9C54-4E3B-8106-D5BD7A31FE7F}"/>
              </a:ext>
            </a:extLst>
          </p:cNvPr>
          <p:cNvSpPr>
            <a:spLocks noChangeAspect="1"/>
          </p:cNvSpPr>
          <p:nvPr/>
        </p:nvSpPr>
        <p:spPr>
          <a:xfrm>
            <a:off x="3672893" y="3067267"/>
            <a:ext cx="54864" cy="54864"/>
          </a:xfrm>
          <a:prstGeom prst="ellipse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AAC7DFC9-5D7E-4C61-C2AD-45F170CED2B6}"/>
              </a:ext>
            </a:extLst>
          </p:cNvPr>
          <p:cNvSpPr>
            <a:spLocks noChangeAspect="1"/>
          </p:cNvSpPr>
          <p:nvPr/>
        </p:nvSpPr>
        <p:spPr>
          <a:xfrm>
            <a:off x="1976305" y="1589883"/>
            <a:ext cx="64008" cy="64008"/>
          </a:xfrm>
          <a:prstGeom prst="ellipse">
            <a:avLst/>
          </a:prstGeom>
          <a:gradFill>
            <a:gsLst>
              <a:gs pos="0">
                <a:srgbClr val="FFD1F5"/>
              </a:gs>
              <a:gs pos="46000">
                <a:srgbClr val="FE62DD"/>
              </a:gs>
              <a:gs pos="100000">
                <a:srgbClr val="D901AB"/>
              </a:gs>
            </a:gsLst>
            <a:path path="circle">
              <a:fillToRect l="50000" t="130000" r="50000" b="-30000"/>
            </a:path>
          </a:gradFill>
          <a:ln>
            <a:solidFill>
              <a:srgbClr val="DA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7F39025-6718-7795-92FB-AA2A65FD11F4}"/>
              </a:ext>
            </a:extLst>
          </p:cNvPr>
          <p:cNvSpPr>
            <a:spLocks noChangeAspect="1"/>
          </p:cNvSpPr>
          <p:nvPr/>
        </p:nvSpPr>
        <p:spPr>
          <a:xfrm>
            <a:off x="2766207" y="2641059"/>
            <a:ext cx="54864" cy="54864"/>
          </a:xfrm>
          <a:prstGeom prst="ellipse">
            <a:avLst/>
          </a:prstGeom>
          <a:gradFill>
            <a:gsLst>
              <a:gs pos="0">
                <a:srgbClr val="FFD1F5"/>
              </a:gs>
              <a:gs pos="46000">
                <a:srgbClr val="FE62DD"/>
              </a:gs>
              <a:gs pos="100000">
                <a:srgbClr val="D901AB"/>
              </a:gs>
            </a:gsLst>
            <a:path path="circle">
              <a:fillToRect l="50000" t="130000" r="50000" b="-30000"/>
            </a:path>
          </a:gradFill>
          <a:ln>
            <a:solidFill>
              <a:srgbClr val="DA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D37D82D-8922-5878-2439-B135C042A335}"/>
              </a:ext>
            </a:extLst>
          </p:cNvPr>
          <p:cNvSpPr>
            <a:spLocks noChangeAspect="1"/>
          </p:cNvSpPr>
          <p:nvPr/>
        </p:nvSpPr>
        <p:spPr>
          <a:xfrm>
            <a:off x="3146838" y="3141967"/>
            <a:ext cx="54864" cy="54864"/>
          </a:xfrm>
          <a:prstGeom prst="ellipse">
            <a:avLst/>
          </a:prstGeom>
          <a:gradFill>
            <a:gsLst>
              <a:gs pos="0">
                <a:srgbClr val="FFD1F5"/>
              </a:gs>
              <a:gs pos="46000">
                <a:srgbClr val="FE62DD"/>
              </a:gs>
              <a:gs pos="100000">
                <a:srgbClr val="D901AB"/>
              </a:gs>
            </a:gsLst>
            <a:path path="circle">
              <a:fillToRect l="50000" t="130000" r="50000" b="-30000"/>
            </a:path>
          </a:gradFill>
          <a:ln>
            <a:solidFill>
              <a:srgbClr val="DA00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CB965D8-66A3-7AB2-93C9-00B33A11CE5C}"/>
              </a:ext>
            </a:extLst>
          </p:cNvPr>
          <p:cNvSpPr>
            <a:spLocks noChangeAspect="1"/>
          </p:cNvSpPr>
          <p:nvPr/>
        </p:nvSpPr>
        <p:spPr>
          <a:xfrm>
            <a:off x="3604630" y="2049502"/>
            <a:ext cx="64008" cy="64008"/>
          </a:xfrm>
          <a:prstGeom prst="ellipse">
            <a:avLst/>
          </a:prstGeom>
          <a:gradFill>
            <a:gsLst>
              <a:gs pos="0">
                <a:srgbClr val="FAEBFF"/>
              </a:gs>
              <a:gs pos="29000">
                <a:srgbClr val="DEABFB"/>
              </a:gs>
              <a:gs pos="100000">
                <a:srgbClr val="7030A0"/>
              </a:gs>
            </a:gsLst>
            <a:path path="circle">
              <a:fillToRect l="50000" t="130000" r="50000" b="-30000"/>
            </a:path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6688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46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TU-Pseudonym 7504255944999905</dc:creator>
  <cp:lastModifiedBy>TU-Pseudonym 7504255944999905</cp:lastModifiedBy>
  <cp:revision>79</cp:revision>
  <dcterms:created xsi:type="dcterms:W3CDTF">2021-07-24T09:51:35Z</dcterms:created>
  <dcterms:modified xsi:type="dcterms:W3CDTF">2025-12-22T20:44:41Z</dcterms:modified>
</cp:coreProperties>
</file>